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10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4" Type="http://schemas.openxmlformats.org/officeDocument/2006/relationships/image" Target="../media/image1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4" Type="http://schemas.openxmlformats.org/officeDocument/2006/relationships/image" Target="../media/image22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0.svg"/><Relationship Id="rId1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4" Type="http://schemas.openxmlformats.org/officeDocument/2006/relationships/image" Target="../media/image1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4" Type="http://schemas.openxmlformats.org/officeDocument/2006/relationships/image" Target="../media/image22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0.svg"/><Relationship Id="rId1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F90728-0809-4628-98CF-79B1A58EC29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3A6A05A-8C45-48F7-A010-962D96106F1B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b="1"/>
            <a:t>Contexto ( Smart Travel): </a:t>
          </a:r>
          <a:r>
            <a:rPr lang="es-MX"/>
            <a:t>El viajero moderno busca maximizar su experiencia mediante stopovers (escalas de 24 a 72 horas).</a:t>
          </a:r>
          <a:endParaRPr lang="en-US"/>
        </a:p>
      </dgm:t>
    </dgm:pt>
    <dgm:pt modelId="{42A2721D-31A2-41F1-82C3-5A4E096B26B7}" type="parTrans" cxnId="{9B36EDF1-548D-4AD0-863F-EF8BE2536C5F}">
      <dgm:prSet/>
      <dgm:spPr/>
      <dgm:t>
        <a:bodyPr/>
        <a:lstStyle/>
        <a:p>
          <a:endParaRPr lang="en-US"/>
        </a:p>
      </dgm:t>
    </dgm:pt>
    <dgm:pt modelId="{0211A311-FEBB-4419-9767-E9B443402C30}" type="sibTrans" cxnId="{9B36EDF1-548D-4AD0-863F-EF8BE2536C5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4746F87-7DC6-42C6-9A9B-9F551AB0B9BA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b="1"/>
            <a:t>Identificación del Problema: </a:t>
          </a:r>
          <a:r>
            <a:rPr lang="es-MX"/>
            <a:t>Los motores de búsqueda convencionales operan bajo estructuras rígidas y carecen de algoritmos de optimización multidestino.</a:t>
          </a:r>
          <a:endParaRPr lang="en-US"/>
        </a:p>
      </dgm:t>
    </dgm:pt>
    <dgm:pt modelId="{BC13A1A2-BC2C-47B8-AB7A-16DEDE4D6054}" type="parTrans" cxnId="{41FA4134-0D26-49A3-9802-178A008B3C53}">
      <dgm:prSet/>
      <dgm:spPr/>
      <dgm:t>
        <a:bodyPr/>
        <a:lstStyle/>
        <a:p>
          <a:endParaRPr lang="en-US"/>
        </a:p>
      </dgm:t>
    </dgm:pt>
    <dgm:pt modelId="{8A35BCDF-A594-4AC8-AC12-3A01BB89C20D}" type="sibTrans" cxnId="{41FA4134-0D26-49A3-9802-178A008B3C5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E90F3E6-3A8F-4BF4-9159-B4607808CA0C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b="1"/>
            <a:t>Impacto Financiero (Anacillary Revenues): </a:t>
          </a:r>
          <a:r>
            <a:rPr lang="es-MX"/>
            <a:t>Alta volatilidad y falta de transparencia en restricciones contractuales de equipaje, provocando multas críticas e imprevistas.</a:t>
          </a:r>
          <a:endParaRPr lang="en-US"/>
        </a:p>
      </dgm:t>
    </dgm:pt>
    <dgm:pt modelId="{9EB19D53-13E4-403B-8988-A295A6B9385C}" type="parTrans" cxnId="{FD0995C4-6D55-4FC2-A428-E25FF35EB7A7}">
      <dgm:prSet/>
      <dgm:spPr/>
      <dgm:t>
        <a:bodyPr/>
        <a:lstStyle/>
        <a:p>
          <a:endParaRPr lang="en-US"/>
        </a:p>
      </dgm:t>
    </dgm:pt>
    <dgm:pt modelId="{8AD4F526-F22D-4732-89CA-2D8023168063}" type="sibTrans" cxnId="{FD0995C4-6D55-4FC2-A428-E25FF35EB7A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254B79C-0488-4BB3-96E8-DE8880F5BE7F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b="1"/>
            <a:t>Afectados: </a:t>
          </a:r>
          <a:r>
            <a:rPr lang="es-MX"/>
            <a:t>Viajeros frecuentes nómadas digitales y turistas con presupuestos optimizados.</a:t>
          </a:r>
          <a:endParaRPr lang="en-US"/>
        </a:p>
      </dgm:t>
    </dgm:pt>
    <dgm:pt modelId="{C67A9A90-B5FE-45FC-B040-A2409B85C0B4}" type="parTrans" cxnId="{78E4462A-9DF6-4E13-9A3F-0B96D064BA93}">
      <dgm:prSet/>
      <dgm:spPr/>
      <dgm:t>
        <a:bodyPr/>
        <a:lstStyle/>
        <a:p>
          <a:endParaRPr lang="en-US"/>
        </a:p>
      </dgm:t>
    </dgm:pt>
    <dgm:pt modelId="{E9872AD3-1BA1-4067-ABFB-86A337C50061}" type="sibTrans" cxnId="{78E4462A-9DF6-4E13-9A3F-0B96D064BA93}">
      <dgm:prSet/>
      <dgm:spPr/>
      <dgm:t>
        <a:bodyPr/>
        <a:lstStyle/>
        <a:p>
          <a:endParaRPr lang="en-US"/>
        </a:p>
      </dgm:t>
    </dgm:pt>
    <dgm:pt modelId="{4579DB8D-6DFC-4446-9851-12A5FB1E6193}" type="pres">
      <dgm:prSet presAssocID="{9DF90728-0809-4628-98CF-79B1A58EC293}" presName="root" presStyleCnt="0">
        <dgm:presLayoutVars>
          <dgm:dir/>
          <dgm:resizeHandles val="exact"/>
        </dgm:presLayoutVars>
      </dgm:prSet>
      <dgm:spPr/>
    </dgm:pt>
    <dgm:pt modelId="{EB726605-C2BF-42EF-91B3-3F0F39B5EC69}" type="pres">
      <dgm:prSet presAssocID="{9DF90728-0809-4628-98CF-79B1A58EC293}" presName="container" presStyleCnt="0">
        <dgm:presLayoutVars>
          <dgm:dir/>
          <dgm:resizeHandles val="exact"/>
        </dgm:presLayoutVars>
      </dgm:prSet>
      <dgm:spPr/>
    </dgm:pt>
    <dgm:pt modelId="{44FD9E82-9D29-4E24-803A-F6E969462161}" type="pres">
      <dgm:prSet presAssocID="{73A6A05A-8C45-48F7-A010-962D96106F1B}" presName="compNode" presStyleCnt="0"/>
      <dgm:spPr/>
    </dgm:pt>
    <dgm:pt modelId="{4CA6A6EC-2B61-468F-A1C2-E1ACC118203A}" type="pres">
      <dgm:prSet presAssocID="{73A6A05A-8C45-48F7-A010-962D96106F1B}" presName="iconBgRect" presStyleLbl="bgShp" presStyleIdx="0" presStyleCnt="4"/>
      <dgm:spPr/>
    </dgm:pt>
    <dgm:pt modelId="{FEFCDB0D-5AC0-44DF-B5C5-2C2A0DC4CF08}" type="pres">
      <dgm:prSet presAssocID="{73A6A05A-8C45-48F7-A010-962D96106F1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uise Ship"/>
        </a:ext>
      </dgm:extLst>
    </dgm:pt>
    <dgm:pt modelId="{F00040AF-BAF4-41DB-89FF-F8008F82EAAB}" type="pres">
      <dgm:prSet presAssocID="{73A6A05A-8C45-48F7-A010-962D96106F1B}" presName="spaceRect" presStyleCnt="0"/>
      <dgm:spPr/>
    </dgm:pt>
    <dgm:pt modelId="{AB9FDDDE-883C-4AB3-B653-AE9290CE71C3}" type="pres">
      <dgm:prSet presAssocID="{73A6A05A-8C45-48F7-A010-962D96106F1B}" presName="textRect" presStyleLbl="revTx" presStyleIdx="0" presStyleCnt="4">
        <dgm:presLayoutVars>
          <dgm:chMax val="1"/>
          <dgm:chPref val="1"/>
        </dgm:presLayoutVars>
      </dgm:prSet>
      <dgm:spPr/>
    </dgm:pt>
    <dgm:pt modelId="{A80A7B1B-95D6-443C-9FDD-CB0CA0C78F6D}" type="pres">
      <dgm:prSet presAssocID="{0211A311-FEBB-4419-9767-E9B443402C30}" presName="sibTrans" presStyleLbl="sibTrans2D1" presStyleIdx="0" presStyleCnt="0"/>
      <dgm:spPr/>
    </dgm:pt>
    <dgm:pt modelId="{42D42B21-655B-44F5-AB73-9E89D1828548}" type="pres">
      <dgm:prSet presAssocID="{74746F87-7DC6-42C6-9A9B-9F551AB0B9BA}" presName="compNode" presStyleCnt="0"/>
      <dgm:spPr/>
    </dgm:pt>
    <dgm:pt modelId="{C354C6B9-5CB7-4E04-9ABD-6E3170C99EA2}" type="pres">
      <dgm:prSet presAssocID="{74746F87-7DC6-42C6-9A9B-9F551AB0B9BA}" presName="iconBgRect" presStyleLbl="bgShp" presStyleIdx="1" presStyleCnt="4"/>
      <dgm:spPr/>
    </dgm:pt>
    <dgm:pt modelId="{707913CB-A02D-4672-BC7B-782B596BD4BD}" type="pres">
      <dgm:prSet presAssocID="{74746F87-7DC6-42C6-9A9B-9F551AB0B9B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84AE7184-8B6A-4913-A8AD-7DB15B66CF58}" type="pres">
      <dgm:prSet presAssocID="{74746F87-7DC6-42C6-9A9B-9F551AB0B9BA}" presName="spaceRect" presStyleCnt="0"/>
      <dgm:spPr/>
    </dgm:pt>
    <dgm:pt modelId="{255409D1-BE2A-493D-80FC-F0D0E0C7DB4A}" type="pres">
      <dgm:prSet presAssocID="{74746F87-7DC6-42C6-9A9B-9F551AB0B9BA}" presName="textRect" presStyleLbl="revTx" presStyleIdx="1" presStyleCnt="4">
        <dgm:presLayoutVars>
          <dgm:chMax val="1"/>
          <dgm:chPref val="1"/>
        </dgm:presLayoutVars>
      </dgm:prSet>
      <dgm:spPr/>
    </dgm:pt>
    <dgm:pt modelId="{5586281D-EEC3-4C45-A4BD-DC12ABBBF949}" type="pres">
      <dgm:prSet presAssocID="{8A35BCDF-A594-4AC8-AC12-3A01BB89C20D}" presName="sibTrans" presStyleLbl="sibTrans2D1" presStyleIdx="0" presStyleCnt="0"/>
      <dgm:spPr/>
    </dgm:pt>
    <dgm:pt modelId="{AE6C716B-6B65-4CA1-8699-7D0CB9714DA8}" type="pres">
      <dgm:prSet presAssocID="{FE90F3E6-3A8F-4BF4-9159-B4607808CA0C}" presName="compNode" presStyleCnt="0"/>
      <dgm:spPr/>
    </dgm:pt>
    <dgm:pt modelId="{BC44C0C9-448F-45B5-8A83-5BD9B6ABE923}" type="pres">
      <dgm:prSet presAssocID="{FE90F3E6-3A8F-4BF4-9159-B4607808CA0C}" presName="iconBgRect" presStyleLbl="bgShp" presStyleIdx="2" presStyleCnt="4"/>
      <dgm:spPr/>
    </dgm:pt>
    <dgm:pt modelId="{D4C37DC6-6832-49DA-97D1-DE4C98B0EA1F}" type="pres">
      <dgm:prSet presAssocID="{FE90F3E6-3A8F-4BF4-9159-B4607808CA0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D9F0E75B-BD15-41E9-BDE9-33C4B08033A8}" type="pres">
      <dgm:prSet presAssocID="{FE90F3E6-3A8F-4BF4-9159-B4607808CA0C}" presName="spaceRect" presStyleCnt="0"/>
      <dgm:spPr/>
    </dgm:pt>
    <dgm:pt modelId="{2DDB053B-9C87-439D-B66F-6D39641EC55F}" type="pres">
      <dgm:prSet presAssocID="{FE90F3E6-3A8F-4BF4-9159-B4607808CA0C}" presName="textRect" presStyleLbl="revTx" presStyleIdx="2" presStyleCnt="4">
        <dgm:presLayoutVars>
          <dgm:chMax val="1"/>
          <dgm:chPref val="1"/>
        </dgm:presLayoutVars>
      </dgm:prSet>
      <dgm:spPr/>
    </dgm:pt>
    <dgm:pt modelId="{5FCDBBD2-9726-4CA7-9114-3728D0962531}" type="pres">
      <dgm:prSet presAssocID="{8AD4F526-F22D-4732-89CA-2D8023168063}" presName="sibTrans" presStyleLbl="sibTrans2D1" presStyleIdx="0" presStyleCnt="0"/>
      <dgm:spPr/>
    </dgm:pt>
    <dgm:pt modelId="{26519D1E-2C06-4AE5-A857-CE8BDBBB7D6D}" type="pres">
      <dgm:prSet presAssocID="{7254B79C-0488-4BB3-96E8-DE8880F5BE7F}" presName="compNode" presStyleCnt="0"/>
      <dgm:spPr/>
    </dgm:pt>
    <dgm:pt modelId="{5E26830A-3858-479D-8EEE-9F665E384DE2}" type="pres">
      <dgm:prSet presAssocID="{7254B79C-0488-4BB3-96E8-DE8880F5BE7F}" presName="iconBgRect" presStyleLbl="bgShp" presStyleIdx="3" presStyleCnt="4"/>
      <dgm:spPr/>
    </dgm:pt>
    <dgm:pt modelId="{BB8C2241-D0C3-4741-A15F-040A682136B5}" type="pres">
      <dgm:prSet presAssocID="{7254B79C-0488-4BB3-96E8-DE8880F5BE7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vión"/>
        </a:ext>
      </dgm:extLst>
    </dgm:pt>
    <dgm:pt modelId="{25FC811F-45BE-428E-AAC2-1F1EA3A6D19F}" type="pres">
      <dgm:prSet presAssocID="{7254B79C-0488-4BB3-96E8-DE8880F5BE7F}" presName="spaceRect" presStyleCnt="0"/>
      <dgm:spPr/>
    </dgm:pt>
    <dgm:pt modelId="{64C25D9E-F1BA-4E45-B76F-73998B751356}" type="pres">
      <dgm:prSet presAssocID="{7254B79C-0488-4BB3-96E8-DE8880F5BE7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0113102-38E4-431D-A6B9-13D566C2008D}" type="presOf" srcId="{8AD4F526-F22D-4732-89CA-2D8023168063}" destId="{5FCDBBD2-9726-4CA7-9114-3728D0962531}" srcOrd="0" destOrd="0" presId="urn:microsoft.com/office/officeart/2018/2/layout/IconCircleList"/>
    <dgm:cxn modelId="{8109580A-DB69-433A-8A93-BCE45FF39857}" type="presOf" srcId="{74746F87-7DC6-42C6-9A9B-9F551AB0B9BA}" destId="{255409D1-BE2A-493D-80FC-F0D0E0C7DB4A}" srcOrd="0" destOrd="0" presId="urn:microsoft.com/office/officeart/2018/2/layout/IconCircleList"/>
    <dgm:cxn modelId="{78E4462A-9DF6-4E13-9A3F-0B96D064BA93}" srcId="{9DF90728-0809-4628-98CF-79B1A58EC293}" destId="{7254B79C-0488-4BB3-96E8-DE8880F5BE7F}" srcOrd="3" destOrd="0" parTransId="{C67A9A90-B5FE-45FC-B040-A2409B85C0B4}" sibTransId="{E9872AD3-1BA1-4067-ABFB-86A337C50061}"/>
    <dgm:cxn modelId="{41FA4134-0D26-49A3-9802-178A008B3C53}" srcId="{9DF90728-0809-4628-98CF-79B1A58EC293}" destId="{74746F87-7DC6-42C6-9A9B-9F551AB0B9BA}" srcOrd="1" destOrd="0" parTransId="{BC13A1A2-BC2C-47B8-AB7A-16DEDE4D6054}" sibTransId="{8A35BCDF-A594-4AC8-AC12-3A01BB89C20D}"/>
    <dgm:cxn modelId="{CB152E5E-2748-471C-8FAF-FCE80D52A5C8}" type="presOf" srcId="{7254B79C-0488-4BB3-96E8-DE8880F5BE7F}" destId="{64C25D9E-F1BA-4E45-B76F-73998B751356}" srcOrd="0" destOrd="0" presId="urn:microsoft.com/office/officeart/2018/2/layout/IconCircleList"/>
    <dgm:cxn modelId="{2730E06E-B14C-4635-910C-DF8F9AA0D949}" type="presOf" srcId="{FE90F3E6-3A8F-4BF4-9159-B4607808CA0C}" destId="{2DDB053B-9C87-439D-B66F-6D39641EC55F}" srcOrd="0" destOrd="0" presId="urn:microsoft.com/office/officeart/2018/2/layout/IconCircleList"/>
    <dgm:cxn modelId="{D06B1B8E-897F-4C52-B229-CBE150A2BB96}" type="presOf" srcId="{0211A311-FEBB-4419-9767-E9B443402C30}" destId="{A80A7B1B-95D6-443C-9FDD-CB0CA0C78F6D}" srcOrd="0" destOrd="0" presId="urn:microsoft.com/office/officeart/2018/2/layout/IconCircleList"/>
    <dgm:cxn modelId="{06B60899-00AC-4A6A-9AC7-5587AC5AE75F}" type="presOf" srcId="{9DF90728-0809-4628-98CF-79B1A58EC293}" destId="{4579DB8D-6DFC-4446-9851-12A5FB1E6193}" srcOrd="0" destOrd="0" presId="urn:microsoft.com/office/officeart/2018/2/layout/IconCircleList"/>
    <dgm:cxn modelId="{FD0995C4-6D55-4FC2-A428-E25FF35EB7A7}" srcId="{9DF90728-0809-4628-98CF-79B1A58EC293}" destId="{FE90F3E6-3A8F-4BF4-9159-B4607808CA0C}" srcOrd="2" destOrd="0" parTransId="{9EB19D53-13E4-403B-8988-A295A6B9385C}" sibTransId="{8AD4F526-F22D-4732-89CA-2D8023168063}"/>
    <dgm:cxn modelId="{B0C5C1C4-1E05-4838-8DF2-7E38F18AF41A}" type="presOf" srcId="{73A6A05A-8C45-48F7-A010-962D96106F1B}" destId="{AB9FDDDE-883C-4AB3-B653-AE9290CE71C3}" srcOrd="0" destOrd="0" presId="urn:microsoft.com/office/officeart/2018/2/layout/IconCircleList"/>
    <dgm:cxn modelId="{403355EB-6B91-4E53-9D03-FE2CFEAF141E}" type="presOf" srcId="{8A35BCDF-A594-4AC8-AC12-3A01BB89C20D}" destId="{5586281D-EEC3-4C45-A4BD-DC12ABBBF949}" srcOrd="0" destOrd="0" presId="urn:microsoft.com/office/officeart/2018/2/layout/IconCircleList"/>
    <dgm:cxn modelId="{9B36EDF1-548D-4AD0-863F-EF8BE2536C5F}" srcId="{9DF90728-0809-4628-98CF-79B1A58EC293}" destId="{73A6A05A-8C45-48F7-A010-962D96106F1B}" srcOrd="0" destOrd="0" parTransId="{42A2721D-31A2-41F1-82C3-5A4E096B26B7}" sibTransId="{0211A311-FEBB-4419-9767-E9B443402C30}"/>
    <dgm:cxn modelId="{5668D0D2-8B7A-4373-8B3E-0F9172E41859}" type="presParOf" srcId="{4579DB8D-6DFC-4446-9851-12A5FB1E6193}" destId="{EB726605-C2BF-42EF-91B3-3F0F39B5EC69}" srcOrd="0" destOrd="0" presId="urn:microsoft.com/office/officeart/2018/2/layout/IconCircleList"/>
    <dgm:cxn modelId="{B9D1969E-DFC5-4671-938E-DB379DC47F1C}" type="presParOf" srcId="{EB726605-C2BF-42EF-91B3-3F0F39B5EC69}" destId="{44FD9E82-9D29-4E24-803A-F6E969462161}" srcOrd="0" destOrd="0" presId="urn:microsoft.com/office/officeart/2018/2/layout/IconCircleList"/>
    <dgm:cxn modelId="{E3C81583-6392-4218-A8BC-B3A6613C0929}" type="presParOf" srcId="{44FD9E82-9D29-4E24-803A-F6E969462161}" destId="{4CA6A6EC-2B61-468F-A1C2-E1ACC118203A}" srcOrd="0" destOrd="0" presId="urn:microsoft.com/office/officeart/2018/2/layout/IconCircleList"/>
    <dgm:cxn modelId="{3B11223C-7306-4B17-9117-2B767AA787B3}" type="presParOf" srcId="{44FD9E82-9D29-4E24-803A-F6E969462161}" destId="{FEFCDB0D-5AC0-44DF-B5C5-2C2A0DC4CF08}" srcOrd="1" destOrd="0" presId="urn:microsoft.com/office/officeart/2018/2/layout/IconCircleList"/>
    <dgm:cxn modelId="{F8B2EAD9-B3AC-4B0C-8A8C-D798F1D69F53}" type="presParOf" srcId="{44FD9E82-9D29-4E24-803A-F6E969462161}" destId="{F00040AF-BAF4-41DB-89FF-F8008F82EAAB}" srcOrd="2" destOrd="0" presId="urn:microsoft.com/office/officeart/2018/2/layout/IconCircleList"/>
    <dgm:cxn modelId="{07FA3F5A-12F2-4130-8146-06D2A0C6EE0C}" type="presParOf" srcId="{44FD9E82-9D29-4E24-803A-F6E969462161}" destId="{AB9FDDDE-883C-4AB3-B653-AE9290CE71C3}" srcOrd="3" destOrd="0" presId="urn:microsoft.com/office/officeart/2018/2/layout/IconCircleList"/>
    <dgm:cxn modelId="{F716ECFF-C645-4BB4-AB4B-46ED751ED753}" type="presParOf" srcId="{EB726605-C2BF-42EF-91B3-3F0F39B5EC69}" destId="{A80A7B1B-95D6-443C-9FDD-CB0CA0C78F6D}" srcOrd="1" destOrd="0" presId="urn:microsoft.com/office/officeart/2018/2/layout/IconCircleList"/>
    <dgm:cxn modelId="{FE783F1B-1D77-406B-AE21-00A20A0F470C}" type="presParOf" srcId="{EB726605-C2BF-42EF-91B3-3F0F39B5EC69}" destId="{42D42B21-655B-44F5-AB73-9E89D1828548}" srcOrd="2" destOrd="0" presId="urn:microsoft.com/office/officeart/2018/2/layout/IconCircleList"/>
    <dgm:cxn modelId="{E0FA0DB1-2F54-4A9A-A255-AA302704F755}" type="presParOf" srcId="{42D42B21-655B-44F5-AB73-9E89D1828548}" destId="{C354C6B9-5CB7-4E04-9ABD-6E3170C99EA2}" srcOrd="0" destOrd="0" presId="urn:microsoft.com/office/officeart/2018/2/layout/IconCircleList"/>
    <dgm:cxn modelId="{85C0C6A1-6F01-4614-B518-D6CCADD414E3}" type="presParOf" srcId="{42D42B21-655B-44F5-AB73-9E89D1828548}" destId="{707913CB-A02D-4672-BC7B-782B596BD4BD}" srcOrd="1" destOrd="0" presId="urn:microsoft.com/office/officeart/2018/2/layout/IconCircleList"/>
    <dgm:cxn modelId="{DBA22002-3AA3-4F12-BA85-FD63BDF670BB}" type="presParOf" srcId="{42D42B21-655B-44F5-AB73-9E89D1828548}" destId="{84AE7184-8B6A-4913-A8AD-7DB15B66CF58}" srcOrd="2" destOrd="0" presId="urn:microsoft.com/office/officeart/2018/2/layout/IconCircleList"/>
    <dgm:cxn modelId="{066E725B-A7C7-4F3D-BCC5-9AE40E90DCFD}" type="presParOf" srcId="{42D42B21-655B-44F5-AB73-9E89D1828548}" destId="{255409D1-BE2A-493D-80FC-F0D0E0C7DB4A}" srcOrd="3" destOrd="0" presId="urn:microsoft.com/office/officeart/2018/2/layout/IconCircleList"/>
    <dgm:cxn modelId="{464C3366-FDDF-4AE6-8739-AF27339DDA4E}" type="presParOf" srcId="{EB726605-C2BF-42EF-91B3-3F0F39B5EC69}" destId="{5586281D-EEC3-4C45-A4BD-DC12ABBBF949}" srcOrd="3" destOrd="0" presId="urn:microsoft.com/office/officeart/2018/2/layout/IconCircleList"/>
    <dgm:cxn modelId="{3F2DD36A-F977-4789-B90C-EE30E8BE4361}" type="presParOf" srcId="{EB726605-C2BF-42EF-91B3-3F0F39B5EC69}" destId="{AE6C716B-6B65-4CA1-8699-7D0CB9714DA8}" srcOrd="4" destOrd="0" presId="urn:microsoft.com/office/officeart/2018/2/layout/IconCircleList"/>
    <dgm:cxn modelId="{BAF56CA4-4056-44CF-9686-1C67FF6C5C84}" type="presParOf" srcId="{AE6C716B-6B65-4CA1-8699-7D0CB9714DA8}" destId="{BC44C0C9-448F-45B5-8A83-5BD9B6ABE923}" srcOrd="0" destOrd="0" presId="urn:microsoft.com/office/officeart/2018/2/layout/IconCircleList"/>
    <dgm:cxn modelId="{E7E3C823-D10B-4630-89F3-F121E0373410}" type="presParOf" srcId="{AE6C716B-6B65-4CA1-8699-7D0CB9714DA8}" destId="{D4C37DC6-6832-49DA-97D1-DE4C98B0EA1F}" srcOrd="1" destOrd="0" presId="urn:microsoft.com/office/officeart/2018/2/layout/IconCircleList"/>
    <dgm:cxn modelId="{784E704A-D9AC-4C36-887D-FE80905F8ADF}" type="presParOf" srcId="{AE6C716B-6B65-4CA1-8699-7D0CB9714DA8}" destId="{D9F0E75B-BD15-41E9-BDE9-33C4B08033A8}" srcOrd="2" destOrd="0" presId="urn:microsoft.com/office/officeart/2018/2/layout/IconCircleList"/>
    <dgm:cxn modelId="{E662E4E8-5530-480C-B7BB-A8B10043586C}" type="presParOf" srcId="{AE6C716B-6B65-4CA1-8699-7D0CB9714DA8}" destId="{2DDB053B-9C87-439D-B66F-6D39641EC55F}" srcOrd="3" destOrd="0" presId="urn:microsoft.com/office/officeart/2018/2/layout/IconCircleList"/>
    <dgm:cxn modelId="{2FD56897-78D4-437A-91D3-AE6BFF8D23E3}" type="presParOf" srcId="{EB726605-C2BF-42EF-91B3-3F0F39B5EC69}" destId="{5FCDBBD2-9726-4CA7-9114-3728D0962531}" srcOrd="5" destOrd="0" presId="urn:microsoft.com/office/officeart/2018/2/layout/IconCircleList"/>
    <dgm:cxn modelId="{01CFCBEC-9F3E-4EDD-B8E5-8090E88DAC2C}" type="presParOf" srcId="{EB726605-C2BF-42EF-91B3-3F0F39B5EC69}" destId="{26519D1E-2C06-4AE5-A857-CE8BDBBB7D6D}" srcOrd="6" destOrd="0" presId="urn:microsoft.com/office/officeart/2018/2/layout/IconCircleList"/>
    <dgm:cxn modelId="{26FE3C5F-B163-408A-B7D3-C987847586E4}" type="presParOf" srcId="{26519D1E-2C06-4AE5-A857-CE8BDBBB7D6D}" destId="{5E26830A-3858-479D-8EEE-9F665E384DE2}" srcOrd="0" destOrd="0" presId="urn:microsoft.com/office/officeart/2018/2/layout/IconCircleList"/>
    <dgm:cxn modelId="{682D6479-8CFC-4928-BC55-3F0045E56035}" type="presParOf" srcId="{26519D1E-2C06-4AE5-A857-CE8BDBBB7D6D}" destId="{BB8C2241-D0C3-4741-A15F-040A682136B5}" srcOrd="1" destOrd="0" presId="urn:microsoft.com/office/officeart/2018/2/layout/IconCircleList"/>
    <dgm:cxn modelId="{58622C5D-359A-4D6F-AD43-A49B130D63C0}" type="presParOf" srcId="{26519D1E-2C06-4AE5-A857-CE8BDBBB7D6D}" destId="{25FC811F-45BE-428E-AAC2-1F1EA3A6D19F}" srcOrd="2" destOrd="0" presId="urn:microsoft.com/office/officeart/2018/2/layout/IconCircleList"/>
    <dgm:cxn modelId="{FD1F00D8-A68F-4E16-BBE0-CF2F4F586D1E}" type="presParOf" srcId="{26519D1E-2C06-4AE5-A857-CE8BDBBB7D6D}" destId="{64C25D9E-F1BA-4E45-B76F-73998B75135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F3452A-0ADB-4D53-8126-22AB4B356E7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29CC7A3-09C3-4C9E-A60A-A4D878D27346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b="1"/>
            <a:t>Análisis y Requerimientos: </a:t>
          </a:r>
          <a:r>
            <a:rPr lang="es-MX"/>
            <a:t>Documentar requerimientos mediante Historias de Usuario bajo el marco Scrum.</a:t>
          </a:r>
          <a:endParaRPr lang="en-US"/>
        </a:p>
      </dgm:t>
    </dgm:pt>
    <dgm:pt modelId="{7F994B36-BDD3-4E9C-BCE6-7FEABF0CB674}" type="parTrans" cxnId="{744857A0-7550-454B-A745-F52ED782E1BA}">
      <dgm:prSet/>
      <dgm:spPr/>
      <dgm:t>
        <a:bodyPr/>
        <a:lstStyle/>
        <a:p>
          <a:endParaRPr lang="en-US"/>
        </a:p>
      </dgm:t>
    </dgm:pt>
    <dgm:pt modelId="{B340E0CC-409A-46BB-A899-408D4494641F}" type="sibTrans" cxnId="{744857A0-7550-454B-A745-F52ED782E1BA}">
      <dgm:prSet phldrT="01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11DB104-0083-482A-82E2-2E3DAFD1CBAE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b="1"/>
            <a:t>Arquitectura de Software: </a:t>
          </a:r>
          <a:r>
            <a:rPr lang="es-MX"/>
            <a:t>Diseñar una arquitectura de software basada en n-capas utilizando FastAPI para la orquestación asíncrona de datos.</a:t>
          </a:r>
          <a:endParaRPr lang="en-US"/>
        </a:p>
      </dgm:t>
    </dgm:pt>
    <dgm:pt modelId="{22692201-8085-4C81-A4C4-C2115492D97E}" type="parTrans" cxnId="{435C30DF-B1B2-4ABE-9D29-80CE431B2B56}">
      <dgm:prSet/>
      <dgm:spPr/>
      <dgm:t>
        <a:bodyPr/>
        <a:lstStyle/>
        <a:p>
          <a:endParaRPr lang="en-US"/>
        </a:p>
      </dgm:t>
    </dgm:pt>
    <dgm:pt modelId="{FCFDEE1F-6A3C-49B3-AC6F-FA3B1BE005E0}" type="sibTrans" cxnId="{435C30DF-B1B2-4ABE-9D29-80CE431B2B56}">
      <dgm:prSet phldrT="02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A3E1D5E-9D29-4AEF-BB74-AD4CFDF93E27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b="1"/>
            <a:t>Motor de Reglas: </a:t>
          </a:r>
          <a:r>
            <a:rPr lang="es-MX"/>
            <a:t>Implementar un motor de reglas que valide las dimensiones de equipaje frente a normativas vigentes de la IATA.</a:t>
          </a:r>
          <a:endParaRPr lang="en-US"/>
        </a:p>
      </dgm:t>
    </dgm:pt>
    <dgm:pt modelId="{4B17A8D9-4E07-4BF8-9F77-C6A03ACFD9DC}" type="parTrans" cxnId="{5CC3192D-878F-42EA-A740-47B962B77563}">
      <dgm:prSet/>
      <dgm:spPr/>
      <dgm:t>
        <a:bodyPr/>
        <a:lstStyle/>
        <a:p>
          <a:endParaRPr lang="en-US"/>
        </a:p>
      </dgm:t>
    </dgm:pt>
    <dgm:pt modelId="{B231E662-3AC0-4A00-AB27-EB28B9FD9D25}" type="sibTrans" cxnId="{5CC3192D-878F-42EA-A740-47B962B77563}">
      <dgm:prSet phldrT="03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F8A5FFD-A244-4AAA-BC1F-48F001E0EB80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b="1"/>
            <a:t>Validación Técnica: </a:t>
          </a:r>
          <a:r>
            <a:rPr lang="es-MX"/>
            <a:t>Validar la Solución mediante pruebas de integración con aerolíneas regionales.</a:t>
          </a:r>
          <a:endParaRPr lang="en-US"/>
        </a:p>
      </dgm:t>
    </dgm:pt>
    <dgm:pt modelId="{499C5CF7-9315-4D5E-B933-0460B3F2A791}" type="parTrans" cxnId="{17191965-D5B5-43B0-A9C6-1D7514DB0F3B}">
      <dgm:prSet/>
      <dgm:spPr/>
      <dgm:t>
        <a:bodyPr/>
        <a:lstStyle/>
        <a:p>
          <a:endParaRPr lang="en-US"/>
        </a:p>
      </dgm:t>
    </dgm:pt>
    <dgm:pt modelId="{1241A2D8-26B6-4799-A28A-1EE2B23ED713}" type="sibTrans" cxnId="{17191965-D5B5-43B0-A9C6-1D7514DB0F3B}">
      <dgm:prSet phldrT="04"/>
      <dgm:spPr/>
      <dgm:t>
        <a:bodyPr/>
        <a:lstStyle/>
        <a:p>
          <a:endParaRPr lang="en-US"/>
        </a:p>
      </dgm:t>
    </dgm:pt>
    <dgm:pt modelId="{404A3391-AD14-415D-84C9-42076F05613B}" type="pres">
      <dgm:prSet presAssocID="{49F3452A-0ADB-4D53-8126-22AB4B356E71}" presName="root" presStyleCnt="0">
        <dgm:presLayoutVars>
          <dgm:dir/>
          <dgm:resizeHandles val="exact"/>
        </dgm:presLayoutVars>
      </dgm:prSet>
      <dgm:spPr/>
    </dgm:pt>
    <dgm:pt modelId="{07EFFC55-80B4-45C0-AA18-06057255FE35}" type="pres">
      <dgm:prSet presAssocID="{49F3452A-0ADB-4D53-8126-22AB4B356E71}" presName="container" presStyleCnt="0">
        <dgm:presLayoutVars>
          <dgm:dir/>
          <dgm:resizeHandles val="exact"/>
        </dgm:presLayoutVars>
      </dgm:prSet>
      <dgm:spPr/>
    </dgm:pt>
    <dgm:pt modelId="{C866539B-E1D0-4A04-BA49-BA8C7865388C}" type="pres">
      <dgm:prSet presAssocID="{129CC7A3-09C3-4C9E-A60A-A4D878D27346}" presName="compNode" presStyleCnt="0"/>
      <dgm:spPr/>
    </dgm:pt>
    <dgm:pt modelId="{2471F9C5-D3EE-4C0F-95BC-52F497215E94}" type="pres">
      <dgm:prSet presAssocID="{129CC7A3-09C3-4C9E-A60A-A4D878D27346}" presName="iconBgRect" presStyleLbl="bgShp" presStyleIdx="0" presStyleCnt="4"/>
      <dgm:spPr/>
    </dgm:pt>
    <dgm:pt modelId="{07786799-EB9E-46BC-B8A6-F8BB8887E374}" type="pres">
      <dgm:prSet presAssocID="{129CC7A3-09C3-4C9E-A60A-A4D878D2734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d Chime"/>
        </a:ext>
      </dgm:extLst>
    </dgm:pt>
    <dgm:pt modelId="{7C38596A-4026-4BEC-B806-34A4C32E4D96}" type="pres">
      <dgm:prSet presAssocID="{129CC7A3-09C3-4C9E-A60A-A4D878D27346}" presName="spaceRect" presStyleCnt="0"/>
      <dgm:spPr/>
    </dgm:pt>
    <dgm:pt modelId="{C6ACB5DB-99D6-4D72-996B-DDE33F65B808}" type="pres">
      <dgm:prSet presAssocID="{129CC7A3-09C3-4C9E-A60A-A4D878D27346}" presName="textRect" presStyleLbl="revTx" presStyleIdx="0" presStyleCnt="4">
        <dgm:presLayoutVars>
          <dgm:chMax val="1"/>
          <dgm:chPref val="1"/>
        </dgm:presLayoutVars>
      </dgm:prSet>
      <dgm:spPr/>
    </dgm:pt>
    <dgm:pt modelId="{0118EF2F-5E09-46AF-AB0F-975675A0ACE7}" type="pres">
      <dgm:prSet presAssocID="{B340E0CC-409A-46BB-A899-408D4494641F}" presName="sibTrans" presStyleLbl="sibTrans2D1" presStyleIdx="0" presStyleCnt="0"/>
      <dgm:spPr/>
    </dgm:pt>
    <dgm:pt modelId="{51A80885-036D-4762-BED4-63B03D422DA7}" type="pres">
      <dgm:prSet presAssocID="{111DB104-0083-482A-82E2-2E3DAFD1CBAE}" presName="compNode" presStyleCnt="0"/>
      <dgm:spPr/>
    </dgm:pt>
    <dgm:pt modelId="{FA398D42-06DB-4D30-934C-29C1C92AFCDB}" type="pres">
      <dgm:prSet presAssocID="{111DB104-0083-482A-82E2-2E3DAFD1CBAE}" presName="iconBgRect" presStyleLbl="bgShp" presStyleIdx="1" presStyleCnt="4"/>
      <dgm:spPr/>
    </dgm:pt>
    <dgm:pt modelId="{CD31BD74-D1EE-49BF-8831-F37DC7679820}" type="pres">
      <dgm:prSet presAssocID="{111DB104-0083-482A-82E2-2E3DAFD1CBA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9AC1122-C196-4E33-9282-99F4C29D233D}" type="pres">
      <dgm:prSet presAssocID="{111DB104-0083-482A-82E2-2E3DAFD1CBAE}" presName="spaceRect" presStyleCnt="0"/>
      <dgm:spPr/>
    </dgm:pt>
    <dgm:pt modelId="{D879DC35-4C7C-4EB2-9689-70D995C1CD85}" type="pres">
      <dgm:prSet presAssocID="{111DB104-0083-482A-82E2-2E3DAFD1CBAE}" presName="textRect" presStyleLbl="revTx" presStyleIdx="1" presStyleCnt="4">
        <dgm:presLayoutVars>
          <dgm:chMax val="1"/>
          <dgm:chPref val="1"/>
        </dgm:presLayoutVars>
      </dgm:prSet>
      <dgm:spPr/>
    </dgm:pt>
    <dgm:pt modelId="{D8F0E1AD-B521-4D74-94AA-D2C9F10F73C4}" type="pres">
      <dgm:prSet presAssocID="{FCFDEE1F-6A3C-49B3-AC6F-FA3B1BE005E0}" presName="sibTrans" presStyleLbl="sibTrans2D1" presStyleIdx="0" presStyleCnt="0"/>
      <dgm:spPr/>
    </dgm:pt>
    <dgm:pt modelId="{A48E180A-20AD-45D6-958C-2B5A02FD3740}" type="pres">
      <dgm:prSet presAssocID="{7A3E1D5E-9D29-4AEF-BB74-AD4CFDF93E27}" presName="compNode" presStyleCnt="0"/>
      <dgm:spPr/>
    </dgm:pt>
    <dgm:pt modelId="{3DE6BADE-7627-432A-8567-B26C401DC9DA}" type="pres">
      <dgm:prSet presAssocID="{7A3E1D5E-9D29-4AEF-BB74-AD4CFDF93E27}" presName="iconBgRect" presStyleLbl="bgShp" presStyleIdx="2" presStyleCnt="4"/>
      <dgm:spPr/>
    </dgm:pt>
    <dgm:pt modelId="{DA101E2F-B8E8-426E-AA16-AE1B9BA32229}" type="pres">
      <dgm:prSet presAssocID="{7A3E1D5E-9D29-4AEF-BB74-AD4CFDF93E2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cúter"/>
        </a:ext>
      </dgm:extLst>
    </dgm:pt>
    <dgm:pt modelId="{4C7E07BD-3DE8-4439-8066-FDD85B24D29F}" type="pres">
      <dgm:prSet presAssocID="{7A3E1D5E-9D29-4AEF-BB74-AD4CFDF93E27}" presName="spaceRect" presStyleCnt="0"/>
      <dgm:spPr/>
    </dgm:pt>
    <dgm:pt modelId="{23E145F0-B2DB-42E4-A744-B0736643070B}" type="pres">
      <dgm:prSet presAssocID="{7A3E1D5E-9D29-4AEF-BB74-AD4CFDF93E27}" presName="textRect" presStyleLbl="revTx" presStyleIdx="2" presStyleCnt="4">
        <dgm:presLayoutVars>
          <dgm:chMax val="1"/>
          <dgm:chPref val="1"/>
        </dgm:presLayoutVars>
      </dgm:prSet>
      <dgm:spPr/>
    </dgm:pt>
    <dgm:pt modelId="{B0D40838-3E0C-4688-8200-56EB19BADBFA}" type="pres">
      <dgm:prSet presAssocID="{B231E662-3AC0-4A00-AB27-EB28B9FD9D25}" presName="sibTrans" presStyleLbl="sibTrans2D1" presStyleIdx="0" presStyleCnt="0"/>
      <dgm:spPr/>
    </dgm:pt>
    <dgm:pt modelId="{80EBF05C-08A2-452B-8003-98FD6FBD22E1}" type="pres">
      <dgm:prSet presAssocID="{6F8A5FFD-A244-4AAA-BC1F-48F001E0EB80}" presName="compNode" presStyleCnt="0"/>
      <dgm:spPr/>
    </dgm:pt>
    <dgm:pt modelId="{47B94351-AAA6-48C1-8BF5-0B7C967FCB6B}" type="pres">
      <dgm:prSet presAssocID="{6F8A5FFD-A244-4AAA-BC1F-48F001E0EB80}" presName="iconBgRect" presStyleLbl="bgShp" presStyleIdx="3" presStyleCnt="4"/>
      <dgm:spPr/>
    </dgm:pt>
    <dgm:pt modelId="{286D55D3-E84F-4E27-942D-D02D4E1A5E30}" type="pres">
      <dgm:prSet presAssocID="{6F8A5FFD-A244-4AAA-BC1F-48F001E0EB8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vión"/>
        </a:ext>
      </dgm:extLst>
    </dgm:pt>
    <dgm:pt modelId="{87B69083-8E9D-4245-8A9F-2F51EAA666A2}" type="pres">
      <dgm:prSet presAssocID="{6F8A5FFD-A244-4AAA-BC1F-48F001E0EB80}" presName="spaceRect" presStyleCnt="0"/>
      <dgm:spPr/>
    </dgm:pt>
    <dgm:pt modelId="{91E9320A-1E61-4A59-80F4-5DEB6173F286}" type="pres">
      <dgm:prSet presAssocID="{6F8A5FFD-A244-4AAA-BC1F-48F001E0EB8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CC3192D-878F-42EA-A740-47B962B77563}" srcId="{49F3452A-0ADB-4D53-8126-22AB4B356E71}" destId="{7A3E1D5E-9D29-4AEF-BB74-AD4CFDF93E27}" srcOrd="2" destOrd="0" parTransId="{4B17A8D9-4E07-4BF8-9F77-C6A03ACFD9DC}" sibTransId="{B231E662-3AC0-4A00-AB27-EB28B9FD9D25}"/>
    <dgm:cxn modelId="{D318232E-E15C-4F62-A50F-FC9EED6CBBF4}" type="presOf" srcId="{49F3452A-0ADB-4D53-8126-22AB4B356E71}" destId="{404A3391-AD14-415D-84C9-42076F05613B}" srcOrd="0" destOrd="0" presId="urn:microsoft.com/office/officeart/2018/2/layout/IconCircleList"/>
    <dgm:cxn modelId="{B79DD638-1BC9-4D4D-B216-76C7A53BA8E5}" type="presOf" srcId="{FCFDEE1F-6A3C-49B3-AC6F-FA3B1BE005E0}" destId="{D8F0E1AD-B521-4D74-94AA-D2C9F10F73C4}" srcOrd="0" destOrd="0" presId="urn:microsoft.com/office/officeart/2018/2/layout/IconCircleList"/>
    <dgm:cxn modelId="{17191965-D5B5-43B0-A9C6-1D7514DB0F3B}" srcId="{49F3452A-0ADB-4D53-8126-22AB4B356E71}" destId="{6F8A5FFD-A244-4AAA-BC1F-48F001E0EB80}" srcOrd="3" destOrd="0" parTransId="{499C5CF7-9315-4D5E-B933-0460B3F2A791}" sibTransId="{1241A2D8-26B6-4799-A28A-1EE2B23ED713}"/>
    <dgm:cxn modelId="{19FF878B-8A5C-4A50-937E-5E55668B0CB5}" type="presOf" srcId="{6F8A5FFD-A244-4AAA-BC1F-48F001E0EB80}" destId="{91E9320A-1E61-4A59-80F4-5DEB6173F286}" srcOrd="0" destOrd="0" presId="urn:microsoft.com/office/officeart/2018/2/layout/IconCircleList"/>
    <dgm:cxn modelId="{DFACA68B-4B41-42EA-AEA6-04D2CDD6AE99}" type="presOf" srcId="{7A3E1D5E-9D29-4AEF-BB74-AD4CFDF93E27}" destId="{23E145F0-B2DB-42E4-A744-B0736643070B}" srcOrd="0" destOrd="0" presId="urn:microsoft.com/office/officeart/2018/2/layout/IconCircleList"/>
    <dgm:cxn modelId="{744857A0-7550-454B-A745-F52ED782E1BA}" srcId="{49F3452A-0ADB-4D53-8126-22AB4B356E71}" destId="{129CC7A3-09C3-4C9E-A60A-A4D878D27346}" srcOrd="0" destOrd="0" parTransId="{7F994B36-BDD3-4E9C-BCE6-7FEABF0CB674}" sibTransId="{B340E0CC-409A-46BB-A899-408D4494641F}"/>
    <dgm:cxn modelId="{9268E9A7-B709-49E4-AAEF-14C943EA88D6}" type="presOf" srcId="{B340E0CC-409A-46BB-A899-408D4494641F}" destId="{0118EF2F-5E09-46AF-AB0F-975675A0ACE7}" srcOrd="0" destOrd="0" presId="urn:microsoft.com/office/officeart/2018/2/layout/IconCircleList"/>
    <dgm:cxn modelId="{435C30DF-B1B2-4ABE-9D29-80CE431B2B56}" srcId="{49F3452A-0ADB-4D53-8126-22AB4B356E71}" destId="{111DB104-0083-482A-82E2-2E3DAFD1CBAE}" srcOrd="1" destOrd="0" parTransId="{22692201-8085-4C81-A4C4-C2115492D97E}" sibTransId="{FCFDEE1F-6A3C-49B3-AC6F-FA3B1BE005E0}"/>
    <dgm:cxn modelId="{DE16BAE6-7B66-4A8B-90FB-E2029C030745}" type="presOf" srcId="{129CC7A3-09C3-4C9E-A60A-A4D878D27346}" destId="{C6ACB5DB-99D6-4D72-996B-DDE33F65B808}" srcOrd="0" destOrd="0" presId="urn:microsoft.com/office/officeart/2018/2/layout/IconCircleList"/>
    <dgm:cxn modelId="{1E0BFBE9-296D-4BEF-BE80-297547423F40}" type="presOf" srcId="{B231E662-3AC0-4A00-AB27-EB28B9FD9D25}" destId="{B0D40838-3E0C-4688-8200-56EB19BADBFA}" srcOrd="0" destOrd="0" presId="urn:microsoft.com/office/officeart/2018/2/layout/IconCircleList"/>
    <dgm:cxn modelId="{84E047FB-216C-4423-8127-FD889714DF60}" type="presOf" srcId="{111DB104-0083-482A-82E2-2E3DAFD1CBAE}" destId="{D879DC35-4C7C-4EB2-9689-70D995C1CD85}" srcOrd="0" destOrd="0" presId="urn:microsoft.com/office/officeart/2018/2/layout/IconCircleList"/>
    <dgm:cxn modelId="{C0CCFC0A-3A85-4475-BCF3-4C847EB138A2}" type="presParOf" srcId="{404A3391-AD14-415D-84C9-42076F05613B}" destId="{07EFFC55-80B4-45C0-AA18-06057255FE35}" srcOrd="0" destOrd="0" presId="urn:microsoft.com/office/officeart/2018/2/layout/IconCircleList"/>
    <dgm:cxn modelId="{C02929CC-33EB-415A-A57F-FF84ADFE266F}" type="presParOf" srcId="{07EFFC55-80B4-45C0-AA18-06057255FE35}" destId="{C866539B-E1D0-4A04-BA49-BA8C7865388C}" srcOrd="0" destOrd="0" presId="urn:microsoft.com/office/officeart/2018/2/layout/IconCircleList"/>
    <dgm:cxn modelId="{C0554011-93FA-4D2B-B1AC-17C6211FE1D5}" type="presParOf" srcId="{C866539B-E1D0-4A04-BA49-BA8C7865388C}" destId="{2471F9C5-D3EE-4C0F-95BC-52F497215E94}" srcOrd="0" destOrd="0" presId="urn:microsoft.com/office/officeart/2018/2/layout/IconCircleList"/>
    <dgm:cxn modelId="{33838EEC-194A-40D2-B92C-A31B0D14FE43}" type="presParOf" srcId="{C866539B-E1D0-4A04-BA49-BA8C7865388C}" destId="{07786799-EB9E-46BC-B8A6-F8BB8887E374}" srcOrd="1" destOrd="0" presId="urn:microsoft.com/office/officeart/2018/2/layout/IconCircleList"/>
    <dgm:cxn modelId="{F53D8612-483A-4268-BC11-D319DFCEDC4F}" type="presParOf" srcId="{C866539B-E1D0-4A04-BA49-BA8C7865388C}" destId="{7C38596A-4026-4BEC-B806-34A4C32E4D96}" srcOrd="2" destOrd="0" presId="urn:microsoft.com/office/officeart/2018/2/layout/IconCircleList"/>
    <dgm:cxn modelId="{874BE475-0C08-4710-B6D5-61AA346EC789}" type="presParOf" srcId="{C866539B-E1D0-4A04-BA49-BA8C7865388C}" destId="{C6ACB5DB-99D6-4D72-996B-DDE33F65B808}" srcOrd="3" destOrd="0" presId="urn:microsoft.com/office/officeart/2018/2/layout/IconCircleList"/>
    <dgm:cxn modelId="{448F54CC-9868-41D3-B08F-B19E7ACA3395}" type="presParOf" srcId="{07EFFC55-80B4-45C0-AA18-06057255FE35}" destId="{0118EF2F-5E09-46AF-AB0F-975675A0ACE7}" srcOrd="1" destOrd="0" presId="urn:microsoft.com/office/officeart/2018/2/layout/IconCircleList"/>
    <dgm:cxn modelId="{840A3DD4-0285-4256-A8EC-5261FBA32A5B}" type="presParOf" srcId="{07EFFC55-80B4-45C0-AA18-06057255FE35}" destId="{51A80885-036D-4762-BED4-63B03D422DA7}" srcOrd="2" destOrd="0" presId="urn:microsoft.com/office/officeart/2018/2/layout/IconCircleList"/>
    <dgm:cxn modelId="{0C455DA7-82ED-4E2D-B948-5237BE69877F}" type="presParOf" srcId="{51A80885-036D-4762-BED4-63B03D422DA7}" destId="{FA398D42-06DB-4D30-934C-29C1C92AFCDB}" srcOrd="0" destOrd="0" presId="urn:microsoft.com/office/officeart/2018/2/layout/IconCircleList"/>
    <dgm:cxn modelId="{9C1BCC93-067E-474A-A962-6B5DCCCAEE8E}" type="presParOf" srcId="{51A80885-036D-4762-BED4-63B03D422DA7}" destId="{CD31BD74-D1EE-49BF-8831-F37DC7679820}" srcOrd="1" destOrd="0" presId="urn:microsoft.com/office/officeart/2018/2/layout/IconCircleList"/>
    <dgm:cxn modelId="{49E54707-FC7A-4AF1-BDE4-30A82E9CAC49}" type="presParOf" srcId="{51A80885-036D-4762-BED4-63B03D422DA7}" destId="{69AC1122-C196-4E33-9282-99F4C29D233D}" srcOrd="2" destOrd="0" presId="urn:microsoft.com/office/officeart/2018/2/layout/IconCircleList"/>
    <dgm:cxn modelId="{3B8AD54E-B8E8-4583-9855-F007353C426C}" type="presParOf" srcId="{51A80885-036D-4762-BED4-63B03D422DA7}" destId="{D879DC35-4C7C-4EB2-9689-70D995C1CD85}" srcOrd="3" destOrd="0" presId="urn:microsoft.com/office/officeart/2018/2/layout/IconCircleList"/>
    <dgm:cxn modelId="{CF80AC64-46EB-4E9A-8D38-2E9C41BBBE4A}" type="presParOf" srcId="{07EFFC55-80B4-45C0-AA18-06057255FE35}" destId="{D8F0E1AD-B521-4D74-94AA-D2C9F10F73C4}" srcOrd="3" destOrd="0" presId="urn:microsoft.com/office/officeart/2018/2/layout/IconCircleList"/>
    <dgm:cxn modelId="{084B4FAB-AF1E-4952-BC3B-9321AADA4AD7}" type="presParOf" srcId="{07EFFC55-80B4-45C0-AA18-06057255FE35}" destId="{A48E180A-20AD-45D6-958C-2B5A02FD3740}" srcOrd="4" destOrd="0" presId="urn:microsoft.com/office/officeart/2018/2/layout/IconCircleList"/>
    <dgm:cxn modelId="{273A2A90-55C2-4D37-A336-EF32CBEC08F7}" type="presParOf" srcId="{A48E180A-20AD-45D6-958C-2B5A02FD3740}" destId="{3DE6BADE-7627-432A-8567-B26C401DC9DA}" srcOrd="0" destOrd="0" presId="urn:microsoft.com/office/officeart/2018/2/layout/IconCircleList"/>
    <dgm:cxn modelId="{C41A400A-E869-4090-B4C0-928DFB058D45}" type="presParOf" srcId="{A48E180A-20AD-45D6-958C-2B5A02FD3740}" destId="{DA101E2F-B8E8-426E-AA16-AE1B9BA32229}" srcOrd="1" destOrd="0" presId="urn:microsoft.com/office/officeart/2018/2/layout/IconCircleList"/>
    <dgm:cxn modelId="{1D331A23-2EA6-4934-B9A6-7ADC163D264C}" type="presParOf" srcId="{A48E180A-20AD-45D6-958C-2B5A02FD3740}" destId="{4C7E07BD-3DE8-4439-8066-FDD85B24D29F}" srcOrd="2" destOrd="0" presId="urn:microsoft.com/office/officeart/2018/2/layout/IconCircleList"/>
    <dgm:cxn modelId="{C5A0EDAA-932F-4088-8899-ACABF958CF29}" type="presParOf" srcId="{A48E180A-20AD-45D6-958C-2B5A02FD3740}" destId="{23E145F0-B2DB-42E4-A744-B0736643070B}" srcOrd="3" destOrd="0" presId="urn:microsoft.com/office/officeart/2018/2/layout/IconCircleList"/>
    <dgm:cxn modelId="{89C19598-E1FD-41C6-9469-4A441C21ACA3}" type="presParOf" srcId="{07EFFC55-80B4-45C0-AA18-06057255FE35}" destId="{B0D40838-3E0C-4688-8200-56EB19BADBFA}" srcOrd="5" destOrd="0" presId="urn:microsoft.com/office/officeart/2018/2/layout/IconCircleList"/>
    <dgm:cxn modelId="{1528A42F-54C7-470C-8DF4-55912C7558A5}" type="presParOf" srcId="{07EFFC55-80B4-45C0-AA18-06057255FE35}" destId="{80EBF05C-08A2-452B-8003-98FD6FBD22E1}" srcOrd="6" destOrd="0" presId="urn:microsoft.com/office/officeart/2018/2/layout/IconCircleList"/>
    <dgm:cxn modelId="{CC0BB13C-9A61-44BC-9871-FBFDF0A98B4E}" type="presParOf" srcId="{80EBF05C-08A2-452B-8003-98FD6FBD22E1}" destId="{47B94351-AAA6-48C1-8BF5-0B7C967FCB6B}" srcOrd="0" destOrd="0" presId="urn:microsoft.com/office/officeart/2018/2/layout/IconCircleList"/>
    <dgm:cxn modelId="{FE734ACA-A90F-4461-88D8-B3FF71AAC606}" type="presParOf" srcId="{80EBF05C-08A2-452B-8003-98FD6FBD22E1}" destId="{286D55D3-E84F-4E27-942D-D02D4E1A5E30}" srcOrd="1" destOrd="0" presId="urn:microsoft.com/office/officeart/2018/2/layout/IconCircleList"/>
    <dgm:cxn modelId="{22C24B2A-3216-4DA2-9EC5-1B7805824CCF}" type="presParOf" srcId="{80EBF05C-08A2-452B-8003-98FD6FBD22E1}" destId="{87B69083-8E9D-4245-8A9F-2F51EAA666A2}" srcOrd="2" destOrd="0" presId="urn:microsoft.com/office/officeart/2018/2/layout/IconCircleList"/>
    <dgm:cxn modelId="{DAF59DDC-2B9E-4171-827D-916398A69646}" type="presParOf" srcId="{80EBF05C-08A2-452B-8003-98FD6FBD22E1}" destId="{91E9320A-1E61-4A59-80F4-5DEB6173F28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7CE0728-3D59-4827-9859-D9FA7F1D004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C2988F6-FACB-41B4-AB8A-C403D4AD0A1F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Propuesta de Valor: Optimizacin Inteligente de rutas stopover y un motor de reglas preventivo que traduce datos contractuales complejos en alertas visuales.</a:t>
          </a:r>
          <a:endParaRPr lang="en-US"/>
        </a:p>
      </dgm:t>
    </dgm:pt>
    <dgm:pt modelId="{A529A4C6-3731-406B-99BF-DC02CEE83A12}" type="parTrans" cxnId="{14C541B0-3A87-43A7-B35E-D5D039D39DB6}">
      <dgm:prSet/>
      <dgm:spPr/>
      <dgm:t>
        <a:bodyPr/>
        <a:lstStyle/>
        <a:p>
          <a:endParaRPr lang="en-US"/>
        </a:p>
      </dgm:t>
    </dgm:pt>
    <dgm:pt modelId="{91DE463F-861A-4661-9A00-14BA5334EFED}" type="sibTrans" cxnId="{14C541B0-3A87-43A7-B35E-D5D039D39DB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2A82F28-8052-4274-B695-3F0E4A357162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Segmento: Nicho “Smart Travel” enfocado en eficiencia de tiempo y reducción de riesgos financieros.</a:t>
          </a:r>
          <a:endParaRPr lang="en-US"/>
        </a:p>
      </dgm:t>
    </dgm:pt>
    <dgm:pt modelId="{770E86EC-1C4A-44B2-8F49-C9CEEEBE77DF}" type="parTrans" cxnId="{F34B4D93-428B-46C5-B503-E255200D9517}">
      <dgm:prSet/>
      <dgm:spPr/>
      <dgm:t>
        <a:bodyPr/>
        <a:lstStyle/>
        <a:p>
          <a:endParaRPr lang="en-US"/>
        </a:p>
      </dgm:t>
    </dgm:pt>
    <dgm:pt modelId="{004C37B3-0BFC-4A6F-8CA1-BF29849BEA6C}" type="sibTrans" cxnId="{F34B4D93-428B-46C5-B503-E255200D951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FC38B5B-752A-49FA-B32A-E11CDA020563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Fuentes de Ingreso: Comisiones por referidos de aerolíneas/hoteles y modelo de suscripción Premium para alertas en tiempo real. </a:t>
          </a:r>
          <a:endParaRPr lang="en-US"/>
        </a:p>
      </dgm:t>
    </dgm:pt>
    <dgm:pt modelId="{602CEEA5-9B89-46B1-A2DD-73BB9ECE9A31}" type="parTrans" cxnId="{0D714FB2-0C23-43E4-9491-8A67E015CBEC}">
      <dgm:prSet/>
      <dgm:spPr/>
      <dgm:t>
        <a:bodyPr/>
        <a:lstStyle/>
        <a:p>
          <a:endParaRPr lang="en-US"/>
        </a:p>
      </dgm:t>
    </dgm:pt>
    <dgm:pt modelId="{F371BA54-27A7-44BA-AC10-A1882FF8F3B8}" type="sibTrans" cxnId="{0D714FB2-0C23-43E4-9491-8A67E015CBE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D520657-0B1D-4669-A2C8-0F64317A292D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Estructura de Costos: Infraestructura Cloud Serverless de AWS para minimizar costos fijos operativos. </a:t>
          </a:r>
          <a:endParaRPr lang="en-US"/>
        </a:p>
      </dgm:t>
    </dgm:pt>
    <dgm:pt modelId="{ECAF072A-6557-4801-8C13-3C2D755E097F}" type="parTrans" cxnId="{237228FC-04A4-4E26-8F04-13B57126D807}">
      <dgm:prSet/>
      <dgm:spPr/>
      <dgm:t>
        <a:bodyPr/>
        <a:lstStyle/>
        <a:p>
          <a:endParaRPr lang="en-US"/>
        </a:p>
      </dgm:t>
    </dgm:pt>
    <dgm:pt modelId="{DA8F2295-2097-44E8-9F8D-2698419F5F74}" type="sibTrans" cxnId="{237228FC-04A4-4E26-8F04-13B57126D807}">
      <dgm:prSet/>
      <dgm:spPr/>
      <dgm:t>
        <a:bodyPr/>
        <a:lstStyle/>
        <a:p>
          <a:endParaRPr lang="en-US"/>
        </a:p>
      </dgm:t>
    </dgm:pt>
    <dgm:pt modelId="{20938461-78C8-42B0-85FF-A1632F4F1A74}" type="pres">
      <dgm:prSet presAssocID="{37CE0728-3D59-4827-9859-D9FA7F1D004E}" presName="root" presStyleCnt="0">
        <dgm:presLayoutVars>
          <dgm:dir/>
          <dgm:resizeHandles val="exact"/>
        </dgm:presLayoutVars>
      </dgm:prSet>
      <dgm:spPr/>
    </dgm:pt>
    <dgm:pt modelId="{D89E55B0-3D05-4F2E-94E5-AD344E9160D4}" type="pres">
      <dgm:prSet presAssocID="{37CE0728-3D59-4827-9859-D9FA7F1D004E}" presName="container" presStyleCnt="0">
        <dgm:presLayoutVars>
          <dgm:dir/>
          <dgm:resizeHandles val="exact"/>
        </dgm:presLayoutVars>
      </dgm:prSet>
      <dgm:spPr/>
    </dgm:pt>
    <dgm:pt modelId="{3B76697E-7031-4420-A533-DEDEC012D944}" type="pres">
      <dgm:prSet presAssocID="{BC2988F6-FACB-41B4-AB8A-C403D4AD0A1F}" presName="compNode" presStyleCnt="0"/>
      <dgm:spPr/>
    </dgm:pt>
    <dgm:pt modelId="{6C77EA4E-330D-4889-B58C-9A971E274F66}" type="pres">
      <dgm:prSet presAssocID="{BC2988F6-FACB-41B4-AB8A-C403D4AD0A1F}" presName="iconBgRect" presStyleLbl="bgShp" presStyleIdx="0" presStyleCnt="4"/>
      <dgm:spPr/>
    </dgm:pt>
    <dgm:pt modelId="{06A48F4D-179C-4B06-AAE3-F070AA67425E}" type="pres">
      <dgm:prSet presAssocID="{BC2988F6-FACB-41B4-AB8A-C403D4AD0A1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D7DDBCE-F8C3-4518-BDE9-CA0372AEECA7}" type="pres">
      <dgm:prSet presAssocID="{BC2988F6-FACB-41B4-AB8A-C403D4AD0A1F}" presName="spaceRect" presStyleCnt="0"/>
      <dgm:spPr/>
    </dgm:pt>
    <dgm:pt modelId="{5F661C41-66BD-4DBE-87B4-FE31FF4397E5}" type="pres">
      <dgm:prSet presAssocID="{BC2988F6-FACB-41B4-AB8A-C403D4AD0A1F}" presName="textRect" presStyleLbl="revTx" presStyleIdx="0" presStyleCnt="4">
        <dgm:presLayoutVars>
          <dgm:chMax val="1"/>
          <dgm:chPref val="1"/>
        </dgm:presLayoutVars>
      </dgm:prSet>
      <dgm:spPr/>
    </dgm:pt>
    <dgm:pt modelId="{D6E65192-EF65-4D10-AB38-552186295A82}" type="pres">
      <dgm:prSet presAssocID="{91DE463F-861A-4661-9A00-14BA5334EFED}" presName="sibTrans" presStyleLbl="sibTrans2D1" presStyleIdx="0" presStyleCnt="0"/>
      <dgm:spPr/>
    </dgm:pt>
    <dgm:pt modelId="{9C9532CB-C7C9-4F9A-9DA2-09965565029F}" type="pres">
      <dgm:prSet presAssocID="{52A82F28-8052-4274-B695-3F0E4A357162}" presName="compNode" presStyleCnt="0"/>
      <dgm:spPr/>
    </dgm:pt>
    <dgm:pt modelId="{9B891C0B-BB03-45F2-8840-393B5E01BD13}" type="pres">
      <dgm:prSet presAssocID="{52A82F28-8052-4274-B695-3F0E4A357162}" presName="iconBgRect" presStyleLbl="bgShp" presStyleIdx="1" presStyleCnt="4"/>
      <dgm:spPr/>
    </dgm:pt>
    <dgm:pt modelId="{702585AE-95BF-4BD8-98E3-B1C2060CADB3}" type="pres">
      <dgm:prSet presAssocID="{52A82F28-8052-4274-B695-3F0E4A35716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z"/>
        </a:ext>
      </dgm:extLst>
    </dgm:pt>
    <dgm:pt modelId="{28147E6F-1E7B-4F1F-8DC0-56D448826531}" type="pres">
      <dgm:prSet presAssocID="{52A82F28-8052-4274-B695-3F0E4A357162}" presName="spaceRect" presStyleCnt="0"/>
      <dgm:spPr/>
    </dgm:pt>
    <dgm:pt modelId="{78158BA0-1B9B-4EBE-A0A3-DDD9B7BC504D}" type="pres">
      <dgm:prSet presAssocID="{52A82F28-8052-4274-B695-3F0E4A357162}" presName="textRect" presStyleLbl="revTx" presStyleIdx="1" presStyleCnt="4">
        <dgm:presLayoutVars>
          <dgm:chMax val="1"/>
          <dgm:chPref val="1"/>
        </dgm:presLayoutVars>
      </dgm:prSet>
      <dgm:spPr/>
    </dgm:pt>
    <dgm:pt modelId="{B51260EC-A28D-42B0-BBB6-FBA14E9FAA3F}" type="pres">
      <dgm:prSet presAssocID="{004C37B3-0BFC-4A6F-8CA1-BF29849BEA6C}" presName="sibTrans" presStyleLbl="sibTrans2D1" presStyleIdx="0" presStyleCnt="0"/>
      <dgm:spPr/>
    </dgm:pt>
    <dgm:pt modelId="{D40830B6-8009-4A23-8E9E-ECF9006D8CDA}" type="pres">
      <dgm:prSet presAssocID="{2FC38B5B-752A-49FA-B32A-E11CDA020563}" presName="compNode" presStyleCnt="0"/>
      <dgm:spPr/>
    </dgm:pt>
    <dgm:pt modelId="{ADD421A3-403E-4DDA-BF7A-899F76277CCC}" type="pres">
      <dgm:prSet presAssocID="{2FC38B5B-752A-49FA-B32A-E11CDA020563}" presName="iconBgRect" presStyleLbl="bgShp" presStyleIdx="2" presStyleCnt="4"/>
      <dgm:spPr/>
    </dgm:pt>
    <dgm:pt modelId="{C4463B25-84A3-4815-83D9-90A18ED45294}" type="pres">
      <dgm:prSet presAssocID="{2FC38B5B-752A-49FA-B32A-E11CDA02056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dificio"/>
        </a:ext>
      </dgm:extLst>
    </dgm:pt>
    <dgm:pt modelId="{189B2D45-AD18-4FEE-89A6-C9A2EAE72062}" type="pres">
      <dgm:prSet presAssocID="{2FC38B5B-752A-49FA-B32A-E11CDA020563}" presName="spaceRect" presStyleCnt="0"/>
      <dgm:spPr/>
    </dgm:pt>
    <dgm:pt modelId="{E6DFBBAE-BE0E-4A24-9062-2A6F37D87F83}" type="pres">
      <dgm:prSet presAssocID="{2FC38B5B-752A-49FA-B32A-E11CDA020563}" presName="textRect" presStyleLbl="revTx" presStyleIdx="2" presStyleCnt="4">
        <dgm:presLayoutVars>
          <dgm:chMax val="1"/>
          <dgm:chPref val="1"/>
        </dgm:presLayoutVars>
      </dgm:prSet>
      <dgm:spPr/>
    </dgm:pt>
    <dgm:pt modelId="{308D5202-11F9-4ADC-8541-DE4C41D4662B}" type="pres">
      <dgm:prSet presAssocID="{F371BA54-27A7-44BA-AC10-A1882FF8F3B8}" presName="sibTrans" presStyleLbl="sibTrans2D1" presStyleIdx="0" presStyleCnt="0"/>
      <dgm:spPr/>
    </dgm:pt>
    <dgm:pt modelId="{429BA18D-4D71-4B00-A6BE-AAD940F52AA6}" type="pres">
      <dgm:prSet presAssocID="{9D520657-0B1D-4669-A2C8-0F64317A292D}" presName="compNode" presStyleCnt="0"/>
      <dgm:spPr/>
    </dgm:pt>
    <dgm:pt modelId="{F6F17229-894B-4100-AC88-72F3F90A5D69}" type="pres">
      <dgm:prSet presAssocID="{9D520657-0B1D-4669-A2C8-0F64317A292D}" presName="iconBgRect" presStyleLbl="bgShp" presStyleIdx="3" presStyleCnt="4"/>
      <dgm:spPr/>
    </dgm:pt>
    <dgm:pt modelId="{C618F686-ECBE-47EE-8D82-7D366DE9F424}" type="pres">
      <dgm:prSet presAssocID="{9D520657-0B1D-4669-A2C8-0F64317A292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C84DBBF1-AFEA-433F-A355-C2BBF10EA1AA}" type="pres">
      <dgm:prSet presAssocID="{9D520657-0B1D-4669-A2C8-0F64317A292D}" presName="spaceRect" presStyleCnt="0"/>
      <dgm:spPr/>
    </dgm:pt>
    <dgm:pt modelId="{056305C0-816B-43F5-B5E2-1DFB6922CA1D}" type="pres">
      <dgm:prSet presAssocID="{9D520657-0B1D-4669-A2C8-0F64317A292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7E6B413-741C-4FB9-91F4-CCC57C73BCF2}" type="presOf" srcId="{52A82F28-8052-4274-B695-3F0E4A357162}" destId="{78158BA0-1B9B-4EBE-A0A3-DDD9B7BC504D}" srcOrd="0" destOrd="0" presId="urn:microsoft.com/office/officeart/2018/2/layout/IconCircleList"/>
    <dgm:cxn modelId="{4C1D0B1A-EBA6-4D74-A03C-6E40FEEC0CDF}" type="presOf" srcId="{2FC38B5B-752A-49FA-B32A-E11CDA020563}" destId="{E6DFBBAE-BE0E-4A24-9062-2A6F37D87F83}" srcOrd="0" destOrd="0" presId="urn:microsoft.com/office/officeart/2018/2/layout/IconCircleList"/>
    <dgm:cxn modelId="{4AE28E1F-471E-4B03-AD06-F2D6F753A237}" type="presOf" srcId="{91DE463F-861A-4661-9A00-14BA5334EFED}" destId="{D6E65192-EF65-4D10-AB38-552186295A82}" srcOrd="0" destOrd="0" presId="urn:microsoft.com/office/officeart/2018/2/layout/IconCircleList"/>
    <dgm:cxn modelId="{79663C3E-D7FA-4790-87D0-0F9EC3DE1E00}" type="presOf" srcId="{F371BA54-27A7-44BA-AC10-A1882FF8F3B8}" destId="{308D5202-11F9-4ADC-8541-DE4C41D4662B}" srcOrd="0" destOrd="0" presId="urn:microsoft.com/office/officeart/2018/2/layout/IconCircleList"/>
    <dgm:cxn modelId="{18E25190-9C5C-47C9-A002-86DF435AF300}" type="presOf" srcId="{BC2988F6-FACB-41B4-AB8A-C403D4AD0A1F}" destId="{5F661C41-66BD-4DBE-87B4-FE31FF4397E5}" srcOrd="0" destOrd="0" presId="urn:microsoft.com/office/officeart/2018/2/layout/IconCircleList"/>
    <dgm:cxn modelId="{F34B4D93-428B-46C5-B503-E255200D9517}" srcId="{37CE0728-3D59-4827-9859-D9FA7F1D004E}" destId="{52A82F28-8052-4274-B695-3F0E4A357162}" srcOrd="1" destOrd="0" parTransId="{770E86EC-1C4A-44B2-8F49-C9CEEEBE77DF}" sibTransId="{004C37B3-0BFC-4A6F-8CA1-BF29849BEA6C}"/>
    <dgm:cxn modelId="{F4F2B9A2-BB73-4EFD-A31C-4FCA42959C7A}" type="presOf" srcId="{9D520657-0B1D-4669-A2C8-0F64317A292D}" destId="{056305C0-816B-43F5-B5E2-1DFB6922CA1D}" srcOrd="0" destOrd="0" presId="urn:microsoft.com/office/officeart/2018/2/layout/IconCircleList"/>
    <dgm:cxn modelId="{14C541B0-3A87-43A7-B35E-D5D039D39DB6}" srcId="{37CE0728-3D59-4827-9859-D9FA7F1D004E}" destId="{BC2988F6-FACB-41B4-AB8A-C403D4AD0A1F}" srcOrd="0" destOrd="0" parTransId="{A529A4C6-3731-406B-99BF-DC02CEE83A12}" sibTransId="{91DE463F-861A-4661-9A00-14BA5334EFED}"/>
    <dgm:cxn modelId="{0D714FB2-0C23-43E4-9491-8A67E015CBEC}" srcId="{37CE0728-3D59-4827-9859-D9FA7F1D004E}" destId="{2FC38B5B-752A-49FA-B32A-E11CDA020563}" srcOrd="2" destOrd="0" parTransId="{602CEEA5-9B89-46B1-A2DD-73BB9ECE9A31}" sibTransId="{F371BA54-27A7-44BA-AC10-A1882FF8F3B8}"/>
    <dgm:cxn modelId="{903C1ABA-887D-4852-8C52-524E0CF6E3D7}" type="presOf" srcId="{004C37B3-0BFC-4A6F-8CA1-BF29849BEA6C}" destId="{B51260EC-A28D-42B0-BBB6-FBA14E9FAA3F}" srcOrd="0" destOrd="0" presId="urn:microsoft.com/office/officeart/2018/2/layout/IconCircleList"/>
    <dgm:cxn modelId="{310D68D5-B9CA-47D5-81B3-6DE75D223C9A}" type="presOf" srcId="{37CE0728-3D59-4827-9859-D9FA7F1D004E}" destId="{20938461-78C8-42B0-85FF-A1632F4F1A74}" srcOrd="0" destOrd="0" presId="urn:microsoft.com/office/officeart/2018/2/layout/IconCircleList"/>
    <dgm:cxn modelId="{237228FC-04A4-4E26-8F04-13B57126D807}" srcId="{37CE0728-3D59-4827-9859-D9FA7F1D004E}" destId="{9D520657-0B1D-4669-A2C8-0F64317A292D}" srcOrd="3" destOrd="0" parTransId="{ECAF072A-6557-4801-8C13-3C2D755E097F}" sibTransId="{DA8F2295-2097-44E8-9F8D-2698419F5F74}"/>
    <dgm:cxn modelId="{2B26F299-CD52-49F1-B8CE-F34C3CB25CBF}" type="presParOf" srcId="{20938461-78C8-42B0-85FF-A1632F4F1A74}" destId="{D89E55B0-3D05-4F2E-94E5-AD344E9160D4}" srcOrd="0" destOrd="0" presId="urn:microsoft.com/office/officeart/2018/2/layout/IconCircleList"/>
    <dgm:cxn modelId="{59FC3538-AE03-4FAA-AE89-670F56AACD66}" type="presParOf" srcId="{D89E55B0-3D05-4F2E-94E5-AD344E9160D4}" destId="{3B76697E-7031-4420-A533-DEDEC012D944}" srcOrd="0" destOrd="0" presId="urn:microsoft.com/office/officeart/2018/2/layout/IconCircleList"/>
    <dgm:cxn modelId="{D8342478-9A73-4CB8-9EB1-80016E810784}" type="presParOf" srcId="{3B76697E-7031-4420-A533-DEDEC012D944}" destId="{6C77EA4E-330D-4889-B58C-9A971E274F66}" srcOrd="0" destOrd="0" presId="urn:microsoft.com/office/officeart/2018/2/layout/IconCircleList"/>
    <dgm:cxn modelId="{1032F2A2-3CF3-4DDC-A4E3-78945757FD40}" type="presParOf" srcId="{3B76697E-7031-4420-A533-DEDEC012D944}" destId="{06A48F4D-179C-4B06-AAE3-F070AA67425E}" srcOrd="1" destOrd="0" presId="urn:microsoft.com/office/officeart/2018/2/layout/IconCircleList"/>
    <dgm:cxn modelId="{153DAE9B-99BE-43A5-A63A-88D93ECFF605}" type="presParOf" srcId="{3B76697E-7031-4420-A533-DEDEC012D944}" destId="{BD7DDBCE-F8C3-4518-BDE9-CA0372AEECA7}" srcOrd="2" destOrd="0" presId="urn:microsoft.com/office/officeart/2018/2/layout/IconCircleList"/>
    <dgm:cxn modelId="{1BC61C98-D4E4-423E-9171-BCD70159F2AE}" type="presParOf" srcId="{3B76697E-7031-4420-A533-DEDEC012D944}" destId="{5F661C41-66BD-4DBE-87B4-FE31FF4397E5}" srcOrd="3" destOrd="0" presId="urn:microsoft.com/office/officeart/2018/2/layout/IconCircleList"/>
    <dgm:cxn modelId="{94C3183F-4F80-49C6-B897-1C4268AA7A6A}" type="presParOf" srcId="{D89E55B0-3D05-4F2E-94E5-AD344E9160D4}" destId="{D6E65192-EF65-4D10-AB38-552186295A82}" srcOrd="1" destOrd="0" presId="urn:microsoft.com/office/officeart/2018/2/layout/IconCircleList"/>
    <dgm:cxn modelId="{FA9884B3-64A0-488E-9DB3-6FCAF3729A56}" type="presParOf" srcId="{D89E55B0-3D05-4F2E-94E5-AD344E9160D4}" destId="{9C9532CB-C7C9-4F9A-9DA2-09965565029F}" srcOrd="2" destOrd="0" presId="urn:microsoft.com/office/officeart/2018/2/layout/IconCircleList"/>
    <dgm:cxn modelId="{828B9913-5AA2-4852-9F63-0AB114AB2767}" type="presParOf" srcId="{9C9532CB-C7C9-4F9A-9DA2-09965565029F}" destId="{9B891C0B-BB03-45F2-8840-393B5E01BD13}" srcOrd="0" destOrd="0" presId="urn:microsoft.com/office/officeart/2018/2/layout/IconCircleList"/>
    <dgm:cxn modelId="{3478375B-1B2A-49E7-94D2-A9570A356E6A}" type="presParOf" srcId="{9C9532CB-C7C9-4F9A-9DA2-09965565029F}" destId="{702585AE-95BF-4BD8-98E3-B1C2060CADB3}" srcOrd="1" destOrd="0" presId="urn:microsoft.com/office/officeart/2018/2/layout/IconCircleList"/>
    <dgm:cxn modelId="{D2A4DFC8-300A-41A9-B733-B8403B2217B6}" type="presParOf" srcId="{9C9532CB-C7C9-4F9A-9DA2-09965565029F}" destId="{28147E6F-1E7B-4F1F-8DC0-56D448826531}" srcOrd="2" destOrd="0" presId="urn:microsoft.com/office/officeart/2018/2/layout/IconCircleList"/>
    <dgm:cxn modelId="{D80D64E7-C70C-4F81-80D1-3267079C5F9B}" type="presParOf" srcId="{9C9532CB-C7C9-4F9A-9DA2-09965565029F}" destId="{78158BA0-1B9B-4EBE-A0A3-DDD9B7BC504D}" srcOrd="3" destOrd="0" presId="urn:microsoft.com/office/officeart/2018/2/layout/IconCircleList"/>
    <dgm:cxn modelId="{C0B7C17C-766D-41C3-BDB6-50E4603065B8}" type="presParOf" srcId="{D89E55B0-3D05-4F2E-94E5-AD344E9160D4}" destId="{B51260EC-A28D-42B0-BBB6-FBA14E9FAA3F}" srcOrd="3" destOrd="0" presId="urn:microsoft.com/office/officeart/2018/2/layout/IconCircleList"/>
    <dgm:cxn modelId="{A6B7D3B2-364B-4BB7-9D7F-B868CA736BB1}" type="presParOf" srcId="{D89E55B0-3D05-4F2E-94E5-AD344E9160D4}" destId="{D40830B6-8009-4A23-8E9E-ECF9006D8CDA}" srcOrd="4" destOrd="0" presId="urn:microsoft.com/office/officeart/2018/2/layout/IconCircleList"/>
    <dgm:cxn modelId="{5BD50CA8-ADBF-404C-B3CB-66AB15385772}" type="presParOf" srcId="{D40830B6-8009-4A23-8E9E-ECF9006D8CDA}" destId="{ADD421A3-403E-4DDA-BF7A-899F76277CCC}" srcOrd="0" destOrd="0" presId="urn:microsoft.com/office/officeart/2018/2/layout/IconCircleList"/>
    <dgm:cxn modelId="{BA606AD6-5110-4954-9E97-4A518F89969A}" type="presParOf" srcId="{D40830B6-8009-4A23-8E9E-ECF9006D8CDA}" destId="{C4463B25-84A3-4815-83D9-90A18ED45294}" srcOrd="1" destOrd="0" presId="urn:microsoft.com/office/officeart/2018/2/layout/IconCircleList"/>
    <dgm:cxn modelId="{1C274073-DCC3-43EE-A70A-03BAF6FDCB6A}" type="presParOf" srcId="{D40830B6-8009-4A23-8E9E-ECF9006D8CDA}" destId="{189B2D45-AD18-4FEE-89A6-C9A2EAE72062}" srcOrd="2" destOrd="0" presId="urn:microsoft.com/office/officeart/2018/2/layout/IconCircleList"/>
    <dgm:cxn modelId="{37CB8F5A-2FF7-4DBD-B2D3-D5B693368D37}" type="presParOf" srcId="{D40830B6-8009-4A23-8E9E-ECF9006D8CDA}" destId="{E6DFBBAE-BE0E-4A24-9062-2A6F37D87F83}" srcOrd="3" destOrd="0" presId="urn:microsoft.com/office/officeart/2018/2/layout/IconCircleList"/>
    <dgm:cxn modelId="{1520C0E7-E34C-45FF-ABA3-A3C4B5B34EEA}" type="presParOf" srcId="{D89E55B0-3D05-4F2E-94E5-AD344E9160D4}" destId="{308D5202-11F9-4ADC-8541-DE4C41D4662B}" srcOrd="5" destOrd="0" presId="urn:microsoft.com/office/officeart/2018/2/layout/IconCircleList"/>
    <dgm:cxn modelId="{4983C038-6BFC-4FEA-ADEE-18FBC75B5A92}" type="presParOf" srcId="{D89E55B0-3D05-4F2E-94E5-AD344E9160D4}" destId="{429BA18D-4D71-4B00-A6BE-AAD940F52AA6}" srcOrd="6" destOrd="0" presId="urn:microsoft.com/office/officeart/2018/2/layout/IconCircleList"/>
    <dgm:cxn modelId="{421256FF-FCB4-4C38-B319-44139C83DCCE}" type="presParOf" srcId="{429BA18D-4D71-4B00-A6BE-AAD940F52AA6}" destId="{F6F17229-894B-4100-AC88-72F3F90A5D69}" srcOrd="0" destOrd="0" presId="urn:microsoft.com/office/officeart/2018/2/layout/IconCircleList"/>
    <dgm:cxn modelId="{8C9770A5-31AC-468E-8171-79EC65261F53}" type="presParOf" srcId="{429BA18D-4D71-4B00-A6BE-AAD940F52AA6}" destId="{C618F686-ECBE-47EE-8D82-7D366DE9F424}" srcOrd="1" destOrd="0" presId="urn:microsoft.com/office/officeart/2018/2/layout/IconCircleList"/>
    <dgm:cxn modelId="{BBD4CF88-FEC6-4253-85C4-F1FC2C3FEEF2}" type="presParOf" srcId="{429BA18D-4D71-4B00-A6BE-AAD940F52AA6}" destId="{C84DBBF1-AFEA-433F-A355-C2BBF10EA1AA}" srcOrd="2" destOrd="0" presId="urn:microsoft.com/office/officeart/2018/2/layout/IconCircleList"/>
    <dgm:cxn modelId="{8A3CDCEE-8FD8-487D-A946-31DD525AFA14}" type="presParOf" srcId="{429BA18D-4D71-4B00-A6BE-AAD940F52AA6}" destId="{056305C0-816B-43F5-B5E2-1DFB6922CA1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CC73647-97F4-4ECC-8B32-F3F5E8FFAFA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6E368F4-1075-41B7-A65B-8CA6D6683F6D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Marco de Trabajo: Metodología adaptativa Scrum (Ciclos/Sprints de dos semanas).</a:t>
          </a:r>
          <a:endParaRPr lang="en-US"/>
        </a:p>
      </dgm:t>
    </dgm:pt>
    <dgm:pt modelId="{635E35F1-CF69-416B-8D12-2F47154055AE}" type="parTrans" cxnId="{46315418-EBF0-45A4-9829-474B2CF6D766}">
      <dgm:prSet/>
      <dgm:spPr/>
      <dgm:t>
        <a:bodyPr/>
        <a:lstStyle/>
        <a:p>
          <a:endParaRPr lang="en-US"/>
        </a:p>
      </dgm:t>
    </dgm:pt>
    <dgm:pt modelId="{A89B6C46-A1FE-4E4A-A159-541AC3132902}" type="sibTrans" cxnId="{46315418-EBF0-45A4-9829-474B2CF6D76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9BEF0C0-D281-4988-9144-1C626909E2FD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Justificación Técnica: Alta volatilidad de las APIs de terceros y necesidad de validación incremental mediante prototipos funcionales.</a:t>
          </a:r>
          <a:endParaRPr lang="en-US"/>
        </a:p>
      </dgm:t>
    </dgm:pt>
    <dgm:pt modelId="{920AC383-4870-45D1-A403-3A6B8082C96A}" type="parTrans" cxnId="{8B2B64F9-62A1-40A9-9ED6-6BD2F84E3277}">
      <dgm:prSet/>
      <dgm:spPr/>
      <dgm:t>
        <a:bodyPr/>
        <a:lstStyle/>
        <a:p>
          <a:endParaRPr lang="en-US"/>
        </a:p>
      </dgm:t>
    </dgm:pt>
    <dgm:pt modelId="{966165A0-4C23-411F-AD28-BBBF97FDEFB1}" type="sibTrans" cxnId="{8B2B64F9-62A1-40A9-9ED6-6BD2F84E327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7589A96-6052-48FF-9C33-BA1169C05C86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Duración: Ciclo de 18 semanas organizado por Hitos Académicos y Sprints de Desarrollo.</a:t>
          </a:r>
          <a:endParaRPr lang="en-US"/>
        </a:p>
      </dgm:t>
    </dgm:pt>
    <dgm:pt modelId="{24D27248-F2C4-41A7-A62E-3B12D3115A04}" type="parTrans" cxnId="{298311C1-5615-491C-A835-105725355B90}">
      <dgm:prSet/>
      <dgm:spPr/>
      <dgm:t>
        <a:bodyPr/>
        <a:lstStyle/>
        <a:p>
          <a:endParaRPr lang="en-US"/>
        </a:p>
      </dgm:t>
    </dgm:pt>
    <dgm:pt modelId="{C331C34A-DA06-476F-B392-5A32F4C7D577}" type="sibTrans" cxnId="{298311C1-5615-491C-A835-105725355B9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B6CBFD1-FF3C-455B-A3F7-416FF561EF8E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Equipo de Trabajo: 2 integrantes con rotación estratégica de roles (Jefe de Proyecto, Fullstack y Analista QA).</a:t>
          </a:r>
          <a:endParaRPr lang="en-US"/>
        </a:p>
      </dgm:t>
    </dgm:pt>
    <dgm:pt modelId="{9DEE8EA1-25AE-4BDD-9156-6C58A6DCE54C}" type="parTrans" cxnId="{B22FE0EF-8705-4289-9B90-32CF719CE64B}">
      <dgm:prSet/>
      <dgm:spPr/>
      <dgm:t>
        <a:bodyPr/>
        <a:lstStyle/>
        <a:p>
          <a:endParaRPr lang="en-US"/>
        </a:p>
      </dgm:t>
    </dgm:pt>
    <dgm:pt modelId="{4E411263-41CD-4C4B-B92F-BC82A27CC2CD}" type="sibTrans" cxnId="{B22FE0EF-8705-4289-9B90-32CF719CE64B}">
      <dgm:prSet/>
      <dgm:spPr/>
      <dgm:t>
        <a:bodyPr/>
        <a:lstStyle/>
        <a:p>
          <a:endParaRPr lang="en-US"/>
        </a:p>
      </dgm:t>
    </dgm:pt>
    <dgm:pt modelId="{B525F1FF-8AD5-47E3-A7A9-176A9F412290}" type="pres">
      <dgm:prSet presAssocID="{6CC73647-97F4-4ECC-8B32-F3F5E8FFAFAF}" presName="root" presStyleCnt="0">
        <dgm:presLayoutVars>
          <dgm:dir/>
          <dgm:resizeHandles val="exact"/>
        </dgm:presLayoutVars>
      </dgm:prSet>
      <dgm:spPr/>
    </dgm:pt>
    <dgm:pt modelId="{45446466-010F-42D9-B3F3-FEA934DF1D3D}" type="pres">
      <dgm:prSet presAssocID="{6CC73647-97F4-4ECC-8B32-F3F5E8FFAFAF}" presName="container" presStyleCnt="0">
        <dgm:presLayoutVars>
          <dgm:dir/>
          <dgm:resizeHandles val="exact"/>
        </dgm:presLayoutVars>
      </dgm:prSet>
      <dgm:spPr/>
    </dgm:pt>
    <dgm:pt modelId="{47C508F0-5B72-4177-BAF6-FACDB7CC7400}" type="pres">
      <dgm:prSet presAssocID="{C6E368F4-1075-41B7-A65B-8CA6D6683F6D}" presName="compNode" presStyleCnt="0"/>
      <dgm:spPr/>
    </dgm:pt>
    <dgm:pt modelId="{CF7E94DB-7069-4A02-A732-0B4C6D682A18}" type="pres">
      <dgm:prSet presAssocID="{C6E368F4-1075-41B7-A65B-8CA6D6683F6D}" presName="iconBgRect" presStyleLbl="bgShp" presStyleIdx="0" presStyleCnt="4"/>
      <dgm:spPr/>
    </dgm:pt>
    <dgm:pt modelId="{22BD75C3-6B89-4FE8-9F3A-B7E0B8181CA1}" type="pres">
      <dgm:prSet presAssocID="{C6E368F4-1075-41B7-A65B-8CA6D6683F6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tir"/>
        </a:ext>
      </dgm:extLst>
    </dgm:pt>
    <dgm:pt modelId="{531BB788-6182-4004-9FC3-B5C452CCFD5B}" type="pres">
      <dgm:prSet presAssocID="{C6E368F4-1075-41B7-A65B-8CA6D6683F6D}" presName="spaceRect" presStyleCnt="0"/>
      <dgm:spPr/>
    </dgm:pt>
    <dgm:pt modelId="{6ACE3BEA-C598-473E-9B47-C5C527FBD037}" type="pres">
      <dgm:prSet presAssocID="{C6E368F4-1075-41B7-A65B-8CA6D6683F6D}" presName="textRect" presStyleLbl="revTx" presStyleIdx="0" presStyleCnt="4">
        <dgm:presLayoutVars>
          <dgm:chMax val="1"/>
          <dgm:chPref val="1"/>
        </dgm:presLayoutVars>
      </dgm:prSet>
      <dgm:spPr/>
    </dgm:pt>
    <dgm:pt modelId="{2572444F-6AC1-4323-B5BB-143208B319DD}" type="pres">
      <dgm:prSet presAssocID="{A89B6C46-A1FE-4E4A-A159-541AC3132902}" presName="sibTrans" presStyleLbl="sibTrans2D1" presStyleIdx="0" presStyleCnt="0"/>
      <dgm:spPr/>
    </dgm:pt>
    <dgm:pt modelId="{152D022E-AD50-4033-8F2D-9897FE869ADE}" type="pres">
      <dgm:prSet presAssocID="{89BEF0C0-D281-4988-9144-1C626909E2FD}" presName="compNode" presStyleCnt="0"/>
      <dgm:spPr/>
    </dgm:pt>
    <dgm:pt modelId="{C79D140F-EA87-4868-9D24-67D9D930B794}" type="pres">
      <dgm:prSet presAssocID="{89BEF0C0-D281-4988-9144-1C626909E2FD}" presName="iconBgRect" presStyleLbl="bgShp" presStyleIdx="1" presStyleCnt="4"/>
      <dgm:spPr/>
    </dgm:pt>
    <dgm:pt modelId="{DFE91CAE-E957-4290-A9B2-E4DBBBD44A36}" type="pres">
      <dgm:prSet presAssocID="{89BEF0C0-D281-4988-9144-1C626909E2F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A6FBE994-C8C2-4EEF-A6C4-61C01EDCB476}" type="pres">
      <dgm:prSet presAssocID="{89BEF0C0-D281-4988-9144-1C626909E2FD}" presName="spaceRect" presStyleCnt="0"/>
      <dgm:spPr/>
    </dgm:pt>
    <dgm:pt modelId="{1B407931-71D9-48F1-965A-D8E97405EA79}" type="pres">
      <dgm:prSet presAssocID="{89BEF0C0-D281-4988-9144-1C626909E2FD}" presName="textRect" presStyleLbl="revTx" presStyleIdx="1" presStyleCnt="4">
        <dgm:presLayoutVars>
          <dgm:chMax val="1"/>
          <dgm:chPref val="1"/>
        </dgm:presLayoutVars>
      </dgm:prSet>
      <dgm:spPr/>
    </dgm:pt>
    <dgm:pt modelId="{57201938-FA85-489E-B3DA-4E1CE4850C50}" type="pres">
      <dgm:prSet presAssocID="{966165A0-4C23-411F-AD28-BBBF97FDEFB1}" presName="sibTrans" presStyleLbl="sibTrans2D1" presStyleIdx="0" presStyleCnt="0"/>
      <dgm:spPr/>
    </dgm:pt>
    <dgm:pt modelId="{27701A32-07CF-4348-B3AB-1001C7E66D8C}" type="pres">
      <dgm:prSet presAssocID="{17589A96-6052-48FF-9C33-BA1169C05C86}" presName="compNode" presStyleCnt="0"/>
      <dgm:spPr/>
    </dgm:pt>
    <dgm:pt modelId="{AFC127F0-4421-47A5-8E94-0C1EA666A872}" type="pres">
      <dgm:prSet presAssocID="{17589A96-6052-48FF-9C33-BA1169C05C86}" presName="iconBgRect" presStyleLbl="bgShp" presStyleIdx="2" presStyleCnt="4"/>
      <dgm:spPr/>
    </dgm:pt>
    <dgm:pt modelId="{47EB1EEA-0AED-4983-BAD9-46663A8D2A11}" type="pres">
      <dgm:prSet presAssocID="{17589A96-6052-48FF-9C33-BA1169C05C8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na"/>
        </a:ext>
      </dgm:extLst>
    </dgm:pt>
    <dgm:pt modelId="{E37A8FBF-6CD9-46D5-9899-8CD34F3863F9}" type="pres">
      <dgm:prSet presAssocID="{17589A96-6052-48FF-9C33-BA1169C05C86}" presName="spaceRect" presStyleCnt="0"/>
      <dgm:spPr/>
    </dgm:pt>
    <dgm:pt modelId="{A761EBC6-05AA-49B8-A1F3-6DDF4C082439}" type="pres">
      <dgm:prSet presAssocID="{17589A96-6052-48FF-9C33-BA1169C05C86}" presName="textRect" presStyleLbl="revTx" presStyleIdx="2" presStyleCnt="4">
        <dgm:presLayoutVars>
          <dgm:chMax val="1"/>
          <dgm:chPref val="1"/>
        </dgm:presLayoutVars>
      </dgm:prSet>
      <dgm:spPr/>
    </dgm:pt>
    <dgm:pt modelId="{C0ED5302-CEE5-45D2-9529-122FFB5F6D40}" type="pres">
      <dgm:prSet presAssocID="{C331C34A-DA06-476F-B392-5A32F4C7D577}" presName="sibTrans" presStyleLbl="sibTrans2D1" presStyleIdx="0" presStyleCnt="0"/>
      <dgm:spPr/>
    </dgm:pt>
    <dgm:pt modelId="{40017AAD-F279-4CFB-B69C-366F6E0B99B8}" type="pres">
      <dgm:prSet presAssocID="{1B6CBFD1-FF3C-455B-A3F7-416FF561EF8E}" presName="compNode" presStyleCnt="0"/>
      <dgm:spPr/>
    </dgm:pt>
    <dgm:pt modelId="{ED3CF92D-9C63-4912-BE67-A33237A254AF}" type="pres">
      <dgm:prSet presAssocID="{1B6CBFD1-FF3C-455B-A3F7-416FF561EF8E}" presName="iconBgRect" presStyleLbl="bgShp" presStyleIdx="3" presStyleCnt="4"/>
      <dgm:spPr/>
    </dgm:pt>
    <dgm:pt modelId="{3CA87910-6634-434C-B002-D1CEAB274785}" type="pres">
      <dgm:prSet presAssocID="{1B6CBFD1-FF3C-455B-A3F7-416FF561EF8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60B9EAFB-A08B-4CFA-938A-D914920568C9}" type="pres">
      <dgm:prSet presAssocID="{1B6CBFD1-FF3C-455B-A3F7-416FF561EF8E}" presName="spaceRect" presStyleCnt="0"/>
      <dgm:spPr/>
    </dgm:pt>
    <dgm:pt modelId="{0EDDBCD7-4384-43E7-8F45-C281F40B7590}" type="pres">
      <dgm:prSet presAssocID="{1B6CBFD1-FF3C-455B-A3F7-416FF561EF8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B08BB01-F5D6-44AF-B2E5-66A38C2368FE}" type="presOf" srcId="{17589A96-6052-48FF-9C33-BA1169C05C86}" destId="{A761EBC6-05AA-49B8-A1F3-6DDF4C082439}" srcOrd="0" destOrd="0" presId="urn:microsoft.com/office/officeart/2018/2/layout/IconCircleList"/>
    <dgm:cxn modelId="{841A2713-378C-4D3C-B7E5-F0E7A3C0062F}" type="presOf" srcId="{89BEF0C0-D281-4988-9144-1C626909E2FD}" destId="{1B407931-71D9-48F1-965A-D8E97405EA79}" srcOrd="0" destOrd="0" presId="urn:microsoft.com/office/officeart/2018/2/layout/IconCircleList"/>
    <dgm:cxn modelId="{46315418-EBF0-45A4-9829-474B2CF6D766}" srcId="{6CC73647-97F4-4ECC-8B32-F3F5E8FFAFAF}" destId="{C6E368F4-1075-41B7-A65B-8CA6D6683F6D}" srcOrd="0" destOrd="0" parTransId="{635E35F1-CF69-416B-8D12-2F47154055AE}" sibTransId="{A89B6C46-A1FE-4E4A-A159-541AC3132902}"/>
    <dgm:cxn modelId="{C6D08324-822E-4C52-A277-176862FE7C01}" type="presOf" srcId="{A89B6C46-A1FE-4E4A-A159-541AC3132902}" destId="{2572444F-6AC1-4323-B5BB-143208B319DD}" srcOrd="0" destOrd="0" presId="urn:microsoft.com/office/officeart/2018/2/layout/IconCircleList"/>
    <dgm:cxn modelId="{6D613E2E-8A85-4937-B313-931640F37088}" type="presOf" srcId="{966165A0-4C23-411F-AD28-BBBF97FDEFB1}" destId="{57201938-FA85-489E-B3DA-4E1CE4850C50}" srcOrd="0" destOrd="0" presId="urn:microsoft.com/office/officeart/2018/2/layout/IconCircleList"/>
    <dgm:cxn modelId="{A4ABF844-01C4-4025-A5D8-4CF16470A636}" type="presOf" srcId="{1B6CBFD1-FF3C-455B-A3F7-416FF561EF8E}" destId="{0EDDBCD7-4384-43E7-8F45-C281F40B7590}" srcOrd="0" destOrd="0" presId="urn:microsoft.com/office/officeart/2018/2/layout/IconCircleList"/>
    <dgm:cxn modelId="{58DFB27E-5E3B-4634-8E66-A5EC98294158}" type="presOf" srcId="{C331C34A-DA06-476F-B392-5A32F4C7D577}" destId="{C0ED5302-CEE5-45D2-9529-122FFB5F6D40}" srcOrd="0" destOrd="0" presId="urn:microsoft.com/office/officeart/2018/2/layout/IconCircleList"/>
    <dgm:cxn modelId="{B3ABC4AF-161A-489F-9335-82F47AD987F4}" type="presOf" srcId="{6CC73647-97F4-4ECC-8B32-F3F5E8FFAFAF}" destId="{B525F1FF-8AD5-47E3-A7A9-176A9F412290}" srcOrd="0" destOrd="0" presId="urn:microsoft.com/office/officeart/2018/2/layout/IconCircleList"/>
    <dgm:cxn modelId="{298311C1-5615-491C-A835-105725355B90}" srcId="{6CC73647-97F4-4ECC-8B32-F3F5E8FFAFAF}" destId="{17589A96-6052-48FF-9C33-BA1169C05C86}" srcOrd="2" destOrd="0" parTransId="{24D27248-F2C4-41A7-A62E-3B12D3115A04}" sibTransId="{C331C34A-DA06-476F-B392-5A32F4C7D577}"/>
    <dgm:cxn modelId="{3A9DCBD9-DA1B-4C48-B74C-04A7A150EE1E}" type="presOf" srcId="{C6E368F4-1075-41B7-A65B-8CA6D6683F6D}" destId="{6ACE3BEA-C598-473E-9B47-C5C527FBD037}" srcOrd="0" destOrd="0" presId="urn:microsoft.com/office/officeart/2018/2/layout/IconCircleList"/>
    <dgm:cxn modelId="{B22FE0EF-8705-4289-9B90-32CF719CE64B}" srcId="{6CC73647-97F4-4ECC-8B32-F3F5E8FFAFAF}" destId="{1B6CBFD1-FF3C-455B-A3F7-416FF561EF8E}" srcOrd="3" destOrd="0" parTransId="{9DEE8EA1-25AE-4BDD-9156-6C58A6DCE54C}" sibTransId="{4E411263-41CD-4C4B-B92F-BC82A27CC2CD}"/>
    <dgm:cxn modelId="{8B2B64F9-62A1-40A9-9ED6-6BD2F84E3277}" srcId="{6CC73647-97F4-4ECC-8B32-F3F5E8FFAFAF}" destId="{89BEF0C0-D281-4988-9144-1C626909E2FD}" srcOrd="1" destOrd="0" parTransId="{920AC383-4870-45D1-A403-3A6B8082C96A}" sibTransId="{966165A0-4C23-411F-AD28-BBBF97FDEFB1}"/>
    <dgm:cxn modelId="{879E2707-D221-475D-85F2-8E4B1D8C983A}" type="presParOf" srcId="{B525F1FF-8AD5-47E3-A7A9-176A9F412290}" destId="{45446466-010F-42D9-B3F3-FEA934DF1D3D}" srcOrd="0" destOrd="0" presId="urn:microsoft.com/office/officeart/2018/2/layout/IconCircleList"/>
    <dgm:cxn modelId="{37958083-C801-4870-B47E-BB3CD9848568}" type="presParOf" srcId="{45446466-010F-42D9-B3F3-FEA934DF1D3D}" destId="{47C508F0-5B72-4177-BAF6-FACDB7CC7400}" srcOrd="0" destOrd="0" presId="urn:microsoft.com/office/officeart/2018/2/layout/IconCircleList"/>
    <dgm:cxn modelId="{15AD6292-F3B2-4EE3-A365-62952FB9E6F8}" type="presParOf" srcId="{47C508F0-5B72-4177-BAF6-FACDB7CC7400}" destId="{CF7E94DB-7069-4A02-A732-0B4C6D682A18}" srcOrd="0" destOrd="0" presId="urn:microsoft.com/office/officeart/2018/2/layout/IconCircleList"/>
    <dgm:cxn modelId="{7549FC30-F4AF-485D-87D6-0C01AC780EDD}" type="presParOf" srcId="{47C508F0-5B72-4177-BAF6-FACDB7CC7400}" destId="{22BD75C3-6B89-4FE8-9F3A-B7E0B8181CA1}" srcOrd="1" destOrd="0" presId="urn:microsoft.com/office/officeart/2018/2/layout/IconCircleList"/>
    <dgm:cxn modelId="{47EECB39-4295-437C-A39A-F8A295927CB5}" type="presParOf" srcId="{47C508F0-5B72-4177-BAF6-FACDB7CC7400}" destId="{531BB788-6182-4004-9FC3-B5C452CCFD5B}" srcOrd="2" destOrd="0" presId="urn:microsoft.com/office/officeart/2018/2/layout/IconCircleList"/>
    <dgm:cxn modelId="{76100B9F-C84D-4B98-9FAE-169E176CCC2E}" type="presParOf" srcId="{47C508F0-5B72-4177-BAF6-FACDB7CC7400}" destId="{6ACE3BEA-C598-473E-9B47-C5C527FBD037}" srcOrd="3" destOrd="0" presId="urn:microsoft.com/office/officeart/2018/2/layout/IconCircleList"/>
    <dgm:cxn modelId="{34302C05-D926-4FCB-A53F-5EEE9BB2CE24}" type="presParOf" srcId="{45446466-010F-42D9-B3F3-FEA934DF1D3D}" destId="{2572444F-6AC1-4323-B5BB-143208B319DD}" srcOrd="1" destOrd="0" presId="urn:microsoft.com/office/officeart/2018/2/layout/IconCircleList"/>
    <dgm:cxn modelId="{541C6D54-24D3-487D-88CF-C86066B10CEE}" type="presParOf" srcId="{45446466-010F-42D9-B3F3-FEA934DF1D3D}" destId="{152D022E-AD50-4033-8F2D-9897FE869ADE}" srcOrd="2" destOrd="0" presId="urn:microsoft.com/office/officeart/2018/2/layout/IconCircleList"/>
    <dgm:cxn modelId="{752785A8-C8E2-449E-B9E2-B839ADE3EB18}" type="presParOf" srcId="{152D022E-AD50-4033-8F2D-9897FE869ADE}" destId="{C79D140F-EA87-4868-9D24-67D9D930B794}" srcOrd="0" destOrd="0" presId="urn:microsoft.com/office/officeart/2018/2/layout/IconCircleList"/>
    <dgm:cxn modelId="{35465EA3-D2F8-49C2-891A-C27B8BF17385}" type="presParOf" srcId="{152D022E-AD50-4033-8F2D-9897FE869ADE}" destId="{DFE91CAE-E957-4290-A9B2-E4DBBBD44A36}" srcOrd="1" destOrd="0" presId="urn:microsoft.com/office/officeart/2018/2/layout/IconCircleList"/>
    <dgm:cxn modelId="{3BCAEFFE-DBD8-4A40-A46B-03E2089B97EA}" type="presParOf" srcId="{152D022E-AD50-4033-8F2D-9897FE869ADE}" destId="{A6FBE994-C8C2-4EEF-A6C4-61C01EDCB476}" srcOrd="2" destOrd="0" presId="urn:microsoft.com/office/officeart/2018/2/layout/IconCircleList"/>
    <dgm:cxn modelId="{31C22B04-CB0F-4372-B191-3A7CAD3F11CE}" type="presParOf" srcId="{152D022E-AD50-4033-8F2D-9897FE869ADE}" destId="{1B407931-71D9-48F1-965A-D8E97405EA79}" srcOrd="3" destOrd="0" presId="urn:microsoft.com/office/officeart/2018/2/layout/IconCircleList"/>
    <dgm:cxn modelId="{6867381E-0337-4BEE-8EAB-9610F1EF3531}" type="presParOf" srcId="{45446466-010F-42D9-B3F3-FEA934DF1D3D}" destId="{57201938-FA85-489E-B3DA-4E1CE4850C50}" srcOrd="3" destOrd="0" presId="urn:microsoft.com/office/officeart/2018/2/layout/IconCircleList"/>
    <dgm:cxn modelId="{2FDB2BCC-3A46-4728-B12E-3FA6CC46ADE9}" type="presParOf" srcId="{45446466-010F-42D9-B3F3-FEA934DF1D3D}" destId="{27701A32-07CF-4348-B3AB-1001C7E66D8C}" srcOrd="4" destOrd="0" presId="urn:microsoft.com/office/officeart/2018/2/layout/IconCircleList"/>
    <dgm:cxn modelId="{49ACBB46-70F0-4C01-92B5-D6D202826C64}" type="presParOf" srcId="{27701A32-07CF-4348-B3AB-1001C7E66D8C}" destId="{AFC127F0-4421-47A5-8E94-0C1EA666A872}" srcOrd="0" destOrd="0" presId="urn:microsoft.com/office/officeart/2018/2/layout/IconCircleList"/>
    <dgm:cxn modelId="{D96131BC-DE3D-4D05-B5FA-4CA0F487C2F6}" type="presParOf" srcId="{27701A32-07CF-4348-B3AB-1001C7E66D8C}" destId="{47EB1EEA-0AED-4983-BAD9-46663A8D2A11}" srcOrd="1" destOrd="0" presId="urn:microsoft.com/office/officeart/2018/2/layout/IconCircleList"/>
    <dgm:cxn modelId="{020A4154-A8EA-425D-A938-8323F87E1F3E}" type="presParOf" srcId="{27701A32-07CF-4348-B3AB-1001C7E66D8C}" destId="{E37A8FBF-6CD9-46D5-9899-8CD34F3863F9}" srcOrd="2" destOrd="0" presId="urn:microsoft.com/office/officeart/2018/2/layout/IconCircleList"/>
    <dgm:cxn modelId="{B871F70E-05F0-438E-896D-8BCD963685F7}" type="presParOf" srcId="{27701A32-07CF-4348-B3AB-1001C7E66D8C}" destId="{A761EBC6-05AA-49B8-A1F3-6DDF4C082439}" srcOrd="3" destOrd="0" presId="urn:microsoft.com/office/officeart/2018/2/layout/IconCircleList"/>
    <dgm:cxn modelId="{F2730F0B-2BA7-4614-B890-F620641ACC87}" type="presParOf" srcId="{45446466-010F-42D9-B3F3-FEA934DF1D3D}" destId="{C0ED5302-CEE5-45D2-9529-122FFB5F6D40}" srcOrd="5" destOrd="0" presId="urn:microsoft.com/office/officeart/2018/2/layout/IconCircleList"/>
    <dgm:cxn modelId="{D658FF2D-43FA-48B9-88F0-1256028FC03C}" type="presParOf" srcId="{45446466-010F-42D9-B3F3-FEA934DF1D3D}" destId="{40017AAD-F279-4CFB-B69C-366F6E0B99B8}" srcOrd="6" destOrd="0" presId="urn:microsoft.com/office/officeart/2018/2/layout/IconCircleList"/>
    <dgm:cxn modelId="{FB7C9C61-1849-4F29-9F9A-C9586C32B8BB}" type="presParOf" srcId="{40017AAD-F279-4CFB-B69C-366F6E0B99B8}" destId="{ED3CF92D-9C63-4912-BE67-A33237A254AF}" srcOrd="0" destOrd="0" presId="urn:microsoft.com/office/officeart/2018/2/layout/IconCircleList"/>
    <dgm:cxn modelId="{DA820B23-590F-4454-B5CE-7A6DC62EF538}" type="presParOf" srcId="{40017AAD-F279-4CFB-B69C-366F6E0B99B8}" destId="{3CA87910-6634-434C-B002-D1CEAB274785}" srcOrd="1" destOrd="0" presId="urn:microsoft.com/office/officeart/2018/2/layout/IconCircleList"/>
    <dgm:cxn modelId="{947148F9-B608-4E9F-9F68-C5DC1F574016}" type="presParOf" srcId="{40017AAD-F279-4CFB-B69C-366F6E0B99B8}" destId="{60B9EAFB-A08B-4CFA-938A-D914920568C9}" srcOrd="2" destOrd="0" presId="urn:microsoft.com/office/officeart/2018/2/layout/IconCircleList"/>
    <dgm:cxn modelId="{AAC658B7-6F28-438A-8072-D0A409092049}" type="presParOf" srcId="{40017AAD-F279-4CFB-B69C-366F6E0B99B8}" destId="{0EDDBCD7-4384-43E7-8F45-C281F40B759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D9A029D-36E3-40F4-B0AE-F784E37BEFF5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688B9DB-03C2-40C8-91EC-2E21ECDB2528}">
      <dgm:prSet/>
      <dgm:spPr/>
      <dgm:t>
        <a:bodyPr/>
        <a:lstStyle/>
        <a:p>
          <a:r>
            <a:rPr lang="es-MX"/>
            <a:t>Capa de Presentación: Interfaz reactiva desarrollada en Vue.js 3 y Tailwind CSS con peticiones asíncronas via HTTPS/JSON.</a:t>
          </a:r>
          <a:endParaRPr lang="en-US"/>
        </a:p>
      </dgm:t>
    </dgm:pt>
    <dgm:pt modelId="{866118BE-64C5-43C0-8FB0-8EDC9A38A8F7}" type="parTrans" cxnId="{B9091A6E-353E-4618-A8AC-7F67093DC8C5}">
      <dgm:prSet/>
      <dgm:spPr/>
      <dgm:t>
        <a:bodyPr/>
        <a:lstStyle/>
        <a:p>
          <a:endParaRPr lang="en-US"/>
        </a:p>
      </dgm:t>
    </dgm:pt>
    <dgm:pt modelId="{65126C33-5A48-4341-B223-19DC730CC7D8}" type="sibTrans" cxnId="{B9091A6E-353E-4618-A8AC-7F67093DC8C5}">
      <dgm:prSet/>
      <dgm:spPr/>
      <dgm:t>
        <a:bodyPr/>
        <a:lstStyle/>
        <a:p>
          <a:endParaRPr lang="en-US"/>
        </a:p>
      </dgm:t>
    </dgm:pt>
    <dgm:pt modelId="{5B7D9784-678E-4959-BD12-315D68DE02B1}">
      <dgm:prSet/>
      <dgm:spPr/>
      <dgm:t>
        <a:bodyPr/>
        <a:lstStyle/>
        <a:p>
          <a:r>
            <a:rPr lang="es-MX"/>
            <a:t>Capa de Lógica de Negocio: FastAPI (Python), seleccionada por su soporte nativo par async/await, crucial para la orquestación concurrente de APIs externas sin bloquear el hilo principal.</a:t>
          </a:r>
          <a:endParaRPr lang="en-US"/>
        </a:p>
      </dgm:t>
    </dgm:pt>
    <dgm:pt modelId="{832622C8-0BB9-4F47-A636-DE3EBEE31119}" type="parTrans" cxnId="{5850F9F8-9854-4C38-A6DD-A51A42D87FDF}">
      <dgm:prSet/>
      <dgm:spPr/>
      <dgm:t>
        <a:bodyPr/>
        <a:lstStyle/>
        <a:p>
          <a:endParaRPr lang="en-US"/>
        </a:p>
      </dgm:t>
    </dgm:pt>
    <dgm:pt modelId="{8723C95F-CCDB-443D-B31B-9812198C47C3}" type="sibTrans" cxnId="{5850F9F8-9854-4C38-A6DD-A51A42D87FDF}">
      <dgm:prSet/>
      <dgm:spPr/>
      <dgm:t>
        <a:bodyPr/>
        <a:lstStyle/>
        <a:p>
          <a:endParaRPr lang="en-US"/>
        </a:p>
      </dgm:t>
    </dgm:pt>
    <dgm:pt modelId="{CD0A70B1-A734-48FD-B204-E74A77AF77E9}">
      <dgm:prSet/>
      <dgm:spPr/>
      <dgm:t>
        <a:bodyPr/>
        <a:lstStyle/>
        <a:p>
          <a:r>
            <a:rPr lang="es-MX"/>
            <a:t>Capa de Infraestructura: AWS API Gateway como proxy perimetral e integración nativa con funciones AWS Lambda.</a:t>
          </a:r>
          <a:endParaRPr lang="en-US"/>
        </a:p>
      </dgm:t>
    </dgm:pt>
    <dgm:pt modelId="{E9387DC9-A4A8-4422-9084-0B3E22B13247}" type="parTrans" cxnId="{53E5686B-E866-4DB4-AEA2-46F81902DEA9}">
      <dgm:prSet/>
      <dgm:spPr/>
      <dgm:t>
        <a:bodyPr/>
        <a:lstStyle/>
        <a:p>
          <a:endParaRPr lang="en-US"/>
        </a:p>
      </dgm:t>
    </dgm:pt>
    <dgm:pt modelId="{FE02B2FB-2797-4E76-A670-972CBB967C73}" type="sibTrans" cxnId="{53E5686B-E866-4DB4-AEA2-46F81902DEA9}">
      <dgm:prSet/>
      <dgm:spPr/>
      <dgm:t>
        <a:bodyPr/>
        <a:lstStyle/>
        <a:p>
          <a:endParaRPr lang="en-US"/>
        </a:p>
      </dgm:t>
    </dgm:pt>
    <dgm:pt modelId="{19D20B26-2600-430B-9B44-6A7D1C7D05D0}" type="pres">
      <dgm:prSet presAssocID="{DD9A029D-36E3-40F4-B0AE-F784E37BEFF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01807AD-ACAF-4330-BB0F-687BD99A7341}" type="pres">
      <dgm:prSet presAssocID="{D688B9DB-03C2-40C8-91EC-2E21ECDB2528}" presName="hierRoot1" presStyleCnt="0"/>
      <dgm:spPr/>
    </dgm:pt>
    <dgm:pt modelId="{A809B3C5-965E-4256-AA40-9773AC0D8C57}" type="pres">
      <dgm:prSet presAssocID="{D688B9DB-03C2-40C8-91EC-2E21ECDB2528}" presName="composite" presStyleCnt="0"/>
      <dgm:spPr/>
    </dgm:pt>
    <dgm:pt modelId="{841FFC55-34A2-4492-B8CC-F475A3CF6E4D}" type="pres">
      <dgm:prSet presAssocID="{D688B9DB-03C2-40C8-91EC-2E21ECDB2528}" presName="background" presStyleLbl="node0" presStyleIdx="0" presStyleCnt="3"/>
      <dgm:spPr/>
    </dgm:pt>
    <dgm:pt modelId="{136F42E5-E4C1-436E-8B51-F9CDA2F401BE}" type="pres">
      <dgm:prSet presAssocID="{D688B9DB-03C2-40C8-91EC-2E21ECDB2528}" presName="text" presStyleLbl="fgAcc0" presStyleIdx="0" presStyleCnt="3">
        <dgm:presLayoutVars>
          <dgm:chPref val="3"/>
        </dgm:presLayoutVars>
      </dgm:prSet>
      <dgm:spPr/>
    </dgm:pt>
    <dgm:pt modelId="{461F1794-C078-4B9B-8B07-CFFB84BF8100}" type="pres">
      <dgm:prSet presAssocID="{D688B9DB-03C2-40C8-91EC-2E21ECDB2528}" presName="hierChild2" presStyleCnt="0"/>
      <dgm:spPr/>
    </dgm:pt>
    <dgm:pt modelId="{BB5E03B4-3B6C-475C-AB90-AC04AB5CA155}" type="pres">
      <dgm:prSet presAssocID="{5B7D9784-678E-4959-BD12-315D68DE02B1}" presName="hierRoot1" presStyleCnt="0"/>
      <dgm:spPr/>
    </dgm:pt>
    <dgm:pt modelId="{632E0880-E388-4878-974F-9106C1C0AF1D}" type="pres">
      <dgm:prSet presAssocID="{5B7D9784-678E-4959-BD12-315D68DE02B1}" presName="composite" presStyleCnt="0"/>
      <dgm:spPr/>
    </dgm:pt>
    <dgm:pt modelId="{A8251B73-6652-473D-BA64-5E755BCEF9B6}" type="pres">
      <dgm:prSet presAssocID="{5B7D9784-678E-4959-BD12-315D68DE02B1}" presName="background" presStyleLbl="node0" presStyleIdx="1" presStyleCnt="3"/>
      <dgm:spPr/>
    </dgm:pt>
    <dgm:pt modelId="{0E549CAB-4BC1-480B-B868-7FD1AAAE6EF3}" type="pres">
      <dgm:prSet presAssocID="{5B7D9784-678E-4959-BD12-315D68DE02B1}" presName="text" presStyleLbl="fgAcc0" presStyleIdx="1" presStyleCnt="3">
        <dgm:presLayoutVars>
          <dgm:chPref val="3"/>
        </dgm:presLayoutVars>
      </dgm:prSet>
      <dgm:spPr/>
    </dgm:pt>
    <dgm:pt modelId="{73106861-A9C4-402A-AFC6-2412E5CB3D48}" type="pres">
      <dgm:prSet presAssocID="{5B7D9784-678E-4959-BD12-315D68DE02B1}" presName="hierChild2" presStyleCnt="0"/>
      <dgm:spPr/>
    </dgm:pt>
    <dgm:pt modelId="{8B2E3407-6FD9-403E-B6A1-CE4B885121D0}" type="pres">
      <dgm:prSet presAssocID="{CD0A70B1-A734-48FD-B204-E74A77AF77E9}" presName="hierRoot1" presStyleCnt="0"/>
      <dgm:spPr/>
    </dgm:pt>
    <dgm:pt modelId="{24F559CF-BCEE-4075-9317-C2A9FE5BCD7A}" type="pres">
      <dgm:prSet presAssocID="{CD0A70B1-A734-48FD-B204-E74A77AF77E9}" presName="composite" presStyleCnt="0"/>
      <dgm:spPr/>
    </dgm:pt>
    <dgm:pt modelId="{40277506-550F-4E50-9773-8949ADF450A1}" type="pres">
      <dgm:prSet presAssocID="{CD0A70B1-A734-48FD-B204-E74A77AF77E9}" presName="background" presStyleLbl="node0" presStyleIdx="2" presStyleCnt="3"/>
      <dgm:spPr/>
    </dgm:pt>
    <dgm:pt modelId="{8A15076A-67AB-455B-89BD-1B990289E4BB}" type="pres">
      <dgm:prSet presAssocID="{CD0A70B1-A734-48FD-B204-E74A77AF77E9}" presName="text" presStyleLbl="fgAcc0" presStyleIdx="2" presStyleCnt="3">
        <dgm:presLayoutVars>
          <dgm:chPref val="3"/>
        </dgm:presLayoutVars>
      </dgm:prSet>
      <dgm:spPr/>
    </dgm:pt>
    <dgm:pt modelId="{5D1C581A-A60B-4574-B1AA-C1A0887010AF}" type="pres">
      <dgm:prSet presAssocID="{CD0A70B1-A734-48FD-B204-E74A77AF77E9}" presName="hierChild2" presStyleCnt="0"/>
      <dgm:spPr/>
    </dgm:pt>
  </dgm:ptLst>
  <dgm:cxnLst>
    <dgm:cxn modelId="{4FB3F631-523C-4E63-8729-691185AB0316}" type="presOf" srcId="{DD9A029D-36E3-40F4-B0AE-F784E37BEFF5}" destId="{19D20B26-2600-430B-9B44-6A7D1C7D05D0}" srcOrd="0" destOrd="0" presId="urn:microsoft.com/office/officeart/2005/8/layout/hierarchy1"/>
    <dgm:cxn modelId="{1546F638-3B58-48AC-9937-81F2C0684287}" type="presOf" srcId="{D688B9DB-03C2-40C8-91EC-2E21ECDB2528}" destId="{136F42E5-E4C1-436E-8B51-F9CDA2F401BE}" srcOrd="0" destOrd="0" presId="urn:microsoft.com/office/officeart/2005/8/layout/hierarchy1"/>
    <dgm:cxn modelId="{53E5686B-E866-4DB4-AEA2-46F81902DEA9}" srcId="{DD9A029D-36E3-40F4-B0AE-F784E37BEFF5}" destId="{CD0A70B1-A734-48FD-B204-E74A77AF77E9}" srcOrd="2" destOrd="0" parTransId="{E9387DC9-A4A8-4422-9084-0B3E22B13247}" sibTransId="{FE02B2FB-2797-4E76-A670-972CBB967C73}"/>
    <dgm:cxn modelId="{B9091A6E-353E-4618-A8AC-7F67093DC8C5}" srcId="{DD9A029D-36E3-40F4-B0AE-F784E37BEFF5}" destId="{D688B9DB-03C2-40C8-91EC-2E21ECDB2528}" srcOrd="0" destOrd="0" parTransId="{866118BE-64C5-43C0-8FB0-8EDC9A38A8F7}" sibTransId="{65126C33-5A48-4341-B223-19DC730CC7D8}"/>
    <dgm:cxn modelId="{3D092FB6-9C74-4B98-8221-7632B31AA0BC}" type="presOf" srcId="{CD0A70B1-A734-48FD-B204-E74A77AF77E9}" destId="{8A15076A-67AB-455B-89BD-1B990289E4BB}" srcOrd="0" destOrd="0" presId="urn:microsoft.com/office/officeart/2005/8/layout/hierarchy1"/>
    <dgm:cxn modelId="{2A7139BC-2C3F-4F37-8F2A-9E6DBB98A72A}" type="presOf" srcId="{5B7D9784-678E-4959-BD12-315D68DE02B1}" destId="{0E549CAB-4BC1-480B-B868-7FD1AAAE6EF3}" srcOrd="0" destOrd="0" presId="urn:microsoft.com/office/officeart/2005/8/layout/hierarchy1"/>
    <dgm:cxn modelId="{5850F9F8-9854-4C38-A6DD-A51A42D87FDF}" srcId="{DD9A029D-36E3-40F4-B0AE-F784E37BEFF5}" destId="{5B7D9784-678E-4959-BD12-315D68DE02B1}" srcOrd="1" destOrd="0" parTransId="{832622C8-0BB9-4F47-A636-DE3EBEE31119}" sibTransId="{8723C95F-CCDB-443D-B31B-9812198C47C3}"/>
    <dgm:cxn modelId="{D4E6679C-3AE6-4E92-ACDC-5D51C0B2A8B1}" type="presParOf" srcId="{19D20B26-2600-430B-9B44-6A7D1C7D05D0}" destId="{E01807AD-ACAF-4330-BB0F-687BD99A7341}" srcOrd="0" destOrd="0" presId="urn:microsoft.com/office/officeart/2005/8/layout/hierarchy1"/>
    <dgm:cxn modelId="{B366F4CE-6234-4C13-9F53-4C5E5C020163}" type="presParOf" srcId="{E01807AD-ACAF-4330-BB0F-687BD99A7341}" destId="{A809B3C5-965E-4256-AA40-9773AC0D8C57}" srcOrd="0" destOrd="0" presId="urn:microsoft.com/office/officeart/2005/8/layout/hierarchy1"/>
    <dgm:cxn modelId="{5D0BB414-BDA9-439F-A25D-509F30A45549}" type="presParOf" srcId="{A809B3C5-965E-4256-AA40-9773AC0D8C57}" destId="{841FFC55-34A2-4492-B8CC-F475A3CF6E4D}" srcOrd="0" destOrd="0" presId="urn:microsoft.com/office/officeart/2005/8/layout/hierarchy1"/>
    <dgm:cxn modelId="{7F2609E1-1468-4BFB-948B-ABA388F3E837}" type="presParOf" srcId="{A809B3C5-965E-4256-AA40-9773AC0D8C57}" destId="{136F42E5-E4C1-436E-8B51-F9CDA2F401BE}" srcOrd="1" destOrd="0" presId="urn:microsoft.com/office/officeart/2005/8/layout/hierarchy1"/>
    <dgm:cxn modelId="{82EB0A73-14B6-4FF6-BAAF-91AB28732D44}" type="presParOf" srcId="{E01807AD-ACAF-4330-BB0F-687BD99A7341}" destId="{461F1794-C078-4B9B-8B07-CFFB84BF8100}" srcOrd="1" destOrd="0" presId="urn:microsoft.com/office/officeart/2005/8/layout/hierarchy1"/>
    <dgm:cxn modelId="{EA66E945-201D-46F1-9882-504A642F7468}" type="presParOf" srcId="{19D20B26-2600-430B-9B44-6A7D1C7D05D0}" destId="{BB5E03B4-3B6C-475C-AB90-AC04AB5CA155}" srcOrd="1" destOrd="0" presId="urn:microsoft.com/office/officeart/2005/8/layout/hierarchy1"/>
    <dgm:cxn modelId="{89D275F0-710D-43E7-9A55-DF6C364C5CE8}" type="presParOf" srcId="{BB5E03B4-3B6C-475C-AB90-AC04AB5CA155}" destId="{632E0880-E388-4878-974F-9106C1C0AF1D}" srcOrd="0" destOrd="0" presId="urn:microsoft.com/office/officeart/2005/8/layout/hierarchy1"/>
    <dgm:cxn modelId="{18876167-8A52-4578-994A-52D666931379}" type="presParOf" srcId="{632E0880-E388-4878-974F-9106C1C0AF1D}" destId="{A8251B73-6652-473D-BA64-5E755BCEF9B6}" srcOrd="0" destOrd="0" presId="urn:microsoft.com/office/officeart/2005/8/layout/hierarchy1"/>
    <dgm:cxn modelId="{33DC132E-34D8-488E-98E6-50DDF6F00DEE}" type="presParOf" srcId="{632E0880-E388-4878-974F-9106C1C0AF1D}" destId="{0E549CAB-4BC1-480B-B868-7FD1AAAE6EF3}" srcOrd="1" destOrd="0" presId="urn:microsoft.com/office/officeart/2005/8/layout/hierarchy1"/>
    <dgm:cxn modelId="{CACBAF1A-0010-458E-B243-415A796FE9E0}" type="presParOf" srcId="{BB5E03B4-3B6C-475C-AB90-AC04AB5CA155}" destId="{73106861-A9C4-402A-AFC6-2412E5CB3D48}" srcOrd="1" destOrd="0" presId="urn:microsoft.com/office/officeart/2005/8/layout/hierarchy1"/>
    <dgm:cxn modelId="{8562E64E-3CEB-4C3C-9AA5-6BADDC7E37D9}" type="presParOf" srcId="{19D20B26-2600-430B-9B44-6A7D1C7D05D0}" destId="{8B2E3407-6FD9-403E-B6A1-CE4B885121D0}" srcOrd="2" destOrd="0" presId="urn:microsoft.com/office/officeart/2005/8/layout/hierarchy1"/>
    <dgm:cxn modelId="{9FDDE929-0F47-4DBB-B807-8107D9B7660A}" type="presParOf" srcId="{8B2E3407-6FD9-403E-B6A1-CE4B885121D0}" destId="{24F559CF-BCEE-4075-9317-C2A9FE5BCD7A}" srcOrd="0" destOrd="0" presId="urn:microsoft.com/office/officeart/2005/8/layout/hierarchy1"/>
    <dgm:cxn modelId="{AD7B17D6-8557-4559-9AD5-9B67911ABE78}" type="presParOf" srcId="{24F559CF-BCEE-4075-9317-C2A9FE5BCD7A}" destId="{40277506-550F-4E50-9773-8949ADF450A1}" srcOrd="0" destOrd="0" presId="urn:microsoft.com/office/officeart/2005/8/layout/hierarchy1"/>
    <dgm:cxn modelId="{C65C9D50-F8CC-4EEB-967C-0662EE7B2209}" type="presParOf" srcId="{24F559CF-BCEE-4075-9317-C2A9FE5BCD7A}" destId="{8A15076A-67AB-455B-89BD-1B990289E4BB}" srcOrd="1" destOrd="0" presId="urn:microsoft.com/office/officeart/2005/8/layout/hierarchy1"/>
    <dgm:cxn modelId="{72C664CA-82DC-492A-920E-6835C953B1D1}" type="presParOf" srcId="{8B2E3407-6FD9-403E-B6A1-CE4B885121D0}" destId="{5D1C581A-A60B-4574-B1AA-C1A0887010A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EDBBCC5-3B77-4241-AFC1-A8F176A8A55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1D73949-AB4D-4545-9247-D150212E6B6F}">
      <dgm:prSet/>
      <dgm:spPr/>
      <dgm:t>
        <a:bodyPr/>
        <a:lstStyle/>
        <a:p>
          <a:r>
            <a:rPr lang="es-MX"/>
            <a:t>Capa de Persistencia: Amazon DynamoDB configurada en modelo de Tabla Única (Single Table Desing).</a:t>
          </a:r>
          <a:endParaRPr lang="en-US"/>
        </a:p>
      </dgm:t>
    </dgm:pt>
    <dgm:pt modelId="{F327A127-9F17-4051-9E48-60D3E54B557B}" type="parTrans" cxnId="{FB9A0E7A-4512-48BD-80A3-AA834EFB5440}">
      <dgm:prSet/>
      <dgm:spPr/>
      <dgm:t>
        <a:bodyPr/>
        <a:lstStyle/>
        <a:p>
          <a:endParaRPr lang="en-US"/>
        </a:p>
      </dgm:t>
    </dgm:pt>
    <dgm:pt modelId="{01AB8EA7-C66C-4EB6-ACC4-F1BF44C03B37}" type="sibTrans" cxnId="{FB9A0E7A-4512-48BD-80A3-AA834EFB5440}">
      <dgm:prSet/>
      <dgm:spPr/>
      <dgm:t>
        <a:bodyPr/>
        <a:lstStyle/>
        <a:p>
          <a:endParaRPr lang="en-US"/>
        </a:p>
      </dgm:t>
    </dgm:pt>
    <dgm:pt modelId="{A2F41F48-2E6D-4ADE-A474-5944921C88B1}">
      <dgm:prSet/>
      <dgm:spPr/>
      <dgm:t>
        <a:bodyPr/>
        <a:lstStyle/>
        <a:p>
          <a:r>
            <a:rPr lang="es-CL"/>
            <a:t>Topología de Comunicaciones: Red bajo el paradigma de Confianza Cero (Zero Trust). Aislamiento total de recursos dentro de una AWS VPC (Red Privada Virtual).</a:t>
          </a:r>
          <a:endParaRPr lang="en-US"/>
        </a:p>
      </dgm:t>
    </dgm:pt>
    <dgm:pt modelId="{F5493CBB-D183-4026-B58C-A0335CE269C2}" type="parTrans" cxnId="{3DAADBB1-EB2C-4210-B606-FEEEA8FA8332}">
      <dgm:prSet/>
      <dgm:spPr/>
      <dgm:t>
        <a:bodyPr/>
        <a:lstStyle/>
        <a:p>
          <a:endParaRPr lang="en-US"/>
        </a:p>
      </dgm:t>
    </dgm:pt>
    <dgm:pt modelId="{D0D32D0D-38A2-4647-8972-A97D791C9595}" type="sibTrans" cxnId="{3DAADBB1-EB2C-4210-B606-FEEEA8FA8332}">
      <dgm:prSet/>
      <dgm:spPr/>
      <dgm:t>
        <a:bodyPr/>
        <a:lstStyle/>
        <a:p>
          <a:endParaRPr lang="en-US"/>
        </a:p>
      </dgm:t>
    </dgm:pt>
    <dgm:pt modelId="{94AE4249-A961-4152-8B76-F56EBAFA109E}">
      <dgm:prSet/>
      <dgm:spPr/>
      <dgm:t>
        <a:bodyPr/>
        <a:lstStyle/>
        <a:p>
          <a:r>
            <a:rPr lang="es-MX"/>
            <a:t>Continuidad del Servicio: Despliegue distribuido de computo en Multi-AZ para asegurar un Uptime mínimo del 99.5%.</a:t>
          </a:r>
          <a:endParaRPr lang="en-US"/>
        </a:p>
      </dgm:t>
    </dgm:pt>
    <dgm:pt modelId="{1B243548-C7D1-4845-B910-34EF5E0AAE86}" type="parTrans" cxnId="{56545CF4-FF01-4D80-86CB-B9329D9190E5}">
      <dgm:prSet/>
      <dgm:spPr/>
      <dgm:t>
        <a:bodyPr/>
        <a:lstStyle/>
        <a:p>
          <a:endParaRPr lang="en-US"/>
        </a:p>
      </dgm:t>
    </dgm:pt>
    <dgm:pt modelId="{A8419ACF-7502-4FDB-B895-E7BFD868893A}" type="sibTrans" cxnId="{56545CF4-FF01-4D80-86CB-B9329D9190E5}">
      <dgm:prSet/>
      <dgm:spPr/>
      <dgm:t>
        <a:bodyPr/>
        <a:lstStyle/>
        <a:p>
          <a:endParaRPr lang="en-US"/>
        </a:p>
      </dgm:t>
    </dgm:pt>
    <dgm:pt modelId="{D5AA7633-2B61-44FD-8F1C-818BB1BEF192}" type="pres">
      <dgm:prSet presAssocID="{CEDBBCC5-3B77-4241-AFC1-A8F176A8A559}" presName="linear" presStyleCnt="0">
        <dgm:presLayoutVars>
          <dgm:animLvl val="lvl"/>
          <dgm:resizeHandles val="exact"/>
        </dgm:presLayoutVars>
      </dgm:prSet>
      <dgm:spPr/>
    </dgm:pt>
    <dgm:pt modelId="{63983773-8B79-4F76-8737-100C60B93498}" type="pres">
      <dgm:prSet presAssocID="{F1D73949-AB4D-4545-9247-D150212E6B6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6CE807A-E8C3-4088-BAFF-4E4FEF503CDA}" type="pres">
      <dgm:prSet presAssocID="{01AB8EA7-C66C-4EB6-ACC4-F1BF44C03B37}" presName="spacer" presStyleCnt="0"/>
      <dgm:spPr/>
    </dgm:pt>
    <dgm:pt modelId="{66A78CAD-3314-49D8-B221-9C078ED283B9}" type="pres">
      <dgm:prSet presAssocID="{A2F41F48-2E6D-4ADE-A474-5944921C88B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81CF618-7EE6-45FC-B4E8-3557E6BC9A50}" type="pres">
      <dgm:prSet presAssocID="{D0D32D0D-38A2-4647-8972-A97D791C9595}" presName="spacer" presStyleCnt="0"/>
      <dgm:spPr/>
    </dgm:pt>
    <dgm:pt modelId="{A96C9E56-2657-4BD3-97AA-E01062DFD50E}" type="pres">
      <dgm:prSet presAssocID="{94AE4249-A961-4152-8B76-F56EBAFA109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5027403-A3E0-4F1C-8B47-A143D18F0811}" type="presOf" srcId="{A2F41F48-2E6D-4ADE-A474-5944921C88B1}" destId="{66A78CAD-3314-49D8-B221-9C078ED283B9}" srcOrd="0" destOrd="0" presId="urn:microsoft.com/office/officeart/2005/8/layout/vList2"/>
    <dgm:cxn modelId="{FB9A0E7A-4512-48BD-80A3-AA834EFB5440}" srcId="{CEDBBCC5-3B77-4241-AFC1-A8F176A8A559}" destId="{F1D73949-AB4D-4545-9247-D150212E6B6F}" srcOrd="0" destOrd="0" parTransId="{F327A127-9F17-4051-9E48-60D3E54B557B}" sibTransId="{01AB8EA7-C66C-4EB6-ACC4-F1BF44C03B37}"/>
    <dgm:cxn modelId="{0E202895-A3DB-4BF1-BAF6-CCD55A27120E}" type="presOf" srcId="{94AE4249-A961-4152-8B76-F56EBAFA109E}" destId="{A96C9E56-2657-4BD3-97AA-E01062DFD50E}" srcOrd="0" destOrd="0" presId="urn:microsoft.com/office/officeart/2005/8/layout/vList2"/>
    <dgm:cxn modelId="{3DAADBB1-EB2C-4210-B606-FEEEA8FA8332}" srcId="{CEDBBCC5-3B77-4241-AFC1-A8F176A8A559}" destId="{A2F41F48-2E6D-4ADE-A474-5944921C88B1}" srcOrd="1" destOrd="0" parTransId="{F5493CBB-D183-4026-B58C-A0335CE269C2}" sibTransId="{D0D32D0D-38A2-4647-8972-A97D791C9595}"/>
    <dgm:cxn modelId="{35A2F7BD-3D56-43E5-91A5-52AA057C93DA}" type="presOf" srcId="{F1D73949-AB4D-4545-9247-D150212E6B6F}" destId="{63983773-8B79-4F76-8737-100C60B93498}" srcOrd="0" destOrd="0" presId="urn:microsoft.com/office/officeart/2005/8/layout/vList2"/>
    <dgm:cxn modelId="{25685EE7-F522-4B83-8AC9-6FA0E37A7F43}" type="presOf" srcId="{CEDBBCC5-3B77-4241-AFC1-A8F176A8A559}" destId="{D5AA7633-2B61-44FD-8F1C-818BB1BEF192}" srcOrd="0" destOrd="0" presId="urn:microsoft.com/office/officeart/2005/8/layout/vList2"/>
    <dgm:cxn modelId="{56545CF4-FF01-4D80-86CB-B9329D9190E5}" srcId="{CEDBBCC5-3B77-4241-AFC1-A8F176A8A559}" destId="{94AE4249-A961-4152-8B76-F56EBAFA109E}" srcOrd="2" destOrd="0" parTransId="{1B243548-C7D1-4845-B910-34EF5E0AAE86}" sibTransId="{A8419ACF-7502-4FDB-B895-E7BFD868893A}"/>
    <dgm:cxn modelId="{FFCEC75D-B521-4611-BA21-9A25C718C104}" type="presParOf" srcId="{D5AA7633-2B61-44FD-8F1C-818BB1BEF192}" destId="{63983773-8B79-4F76-8737-100C60B93498}" srcOrd="0" destOrd="0" presId="urn:microsoft.com/office/officeart/2005/8/layout/vList2"/>
    <dgm:cxn modelId="{0613337D-F365-48B6-AFB5-5E102A7D1594}" type="presParOf" srcId="{D5AA7633-2B61-44FD-8F1C-818BB1BEF192}" destId="{86CE807A-E8C3-4088-BAFF-4E4FEF503CDA}" srcOrd="1" destOrd="0" presId="urn:microsoft.com/office/officeart/2005/8/layout/vList2"/>
    <dgm:cxn modelId="{5CDA92B0-AFB4-4C76-BE55-F3D1FF211220}" type="presParOf" srcId="{D5AA7633-2B61-44FD-8F1C-818BB1BEF192}" destId="{66A78CAD-3314-49D8-B221-9C078ED283B9}" srcOrd="2" destOrd="0" presId="urn:microsoft.com/office/officeart/2005/8/layout/vList2"/>
    <dgm:cxn modelId="{A64CD229-E383-468A-9F87-2E6EB0A45CA4}" type="presParOf" srcId="{D5AA7633-2B61-44FD-8F1C-818BB1BEF192}" destId="{081CF618-7EE6-45FC-B4E8-3557E6BC9A50}" srcOrd="3" destOrd="0" presId="urn:microsoft.com/office/officeart/2005/8/layout/vList2"/>
    <dgm:cxn modelId="{F09E9FC6-E869-4DA1-9FFE-2A88A1BE4AAE}" type="presParOf" srcId="{D5AA7633-2B61-44FD-8F1C-818BB1BEF192}" destId="{A96C9E56-2657-4BD3-97AA-E01062DFD50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0A3009B-178D-4AE5-B69F-9062BA8CCF6D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DCEC0C9-74D9-4648-A223-109AE10D166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MX"/>
            <a:t>Procesamiento Asíncrono: Orquestación en paralelo mediante FastAPI y AWS Lambda.</a:t>
          </a:r>
          <a:endParaRPr lang="en-US"/>
        </a:p>
      </dgm:t>
    </dgm:pt>
    <dgm:pt modelId="{B79B5AE1-B5D2-4C83-AF98-E0CF8C5FE452}" type="parTrans" cxnId="{D491C578-9968-4CAE-BA11-B21533F0E827}">
      <dgm:prSet/>
      <dgm:spPr/>
      <dgm:t>
        <a:bodyPr/>
        <a:lstStyle/>
        <a:p>
          <a:endParaRPr lang="en-US"/>
        </a:p>
      </dgm:t>
    </dgm:pt>
    <dgm:pt modelId="{93EC8C1B-11A8-4891-8A85-FEF1E9058FDC}" type="sibTrans" cxnId="{D491C578-9968-4CAE-BA11-B21533F0E827}">
      <dgm:prSet/>
      <dgm:spPr/>
      <dgm:t>
        <a:bodyPr/>
        <a:lstStyle/>
        <a:p>
          <a:endParaRPr lang="en-US"/>
        </a:p>
      </dgm:t>
    </dgm:pt>
    <dgm:pt modelId="{9E764F68-2D60-479A-BE82-7A57F11DA19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MX"/>
            <a:t>Persistencia NoSQL: Arquitectura de Tabla Única en Amazon DynamoDB.</a:t>
          </a:r>
          <a:endParaRPr lang="en-US"/>
        </a:p>
      </dgm:t>
    </dgm:pt>
    <dgm:pt modelId="{39BDFC57-039A-441B-8878-A45FBF466E1E}" type="parTrans" cxnId="{9EB97DDD-3312-461E-BC8D-AF48FA6E164B}">
      <dgm:prSet/>
      <dgm:spPr/>
      <dgm:t>
        <a:bodyPr/>
        <a:lstStyle/>
        <a:p>
          <a:endParaRPr lang="en-US"/>
        </a:p>
      </dgm:t>
    </dgm:pt>
    <dgm:pt modelId="{FBA905B8-90F4-4913-83A5-066F6C279789}" type="sibTrans" cxnId="{9EB97DDD-3312-461E-BC8D-AF48FA6E164B}">
      <dgm:prSet/>
      <dgm:spPr/>
      <dgm:t>
        <a:bodyPr/>
        <a:lstStyle/>
        <a:p>
          <a:endParaRPr lang="en-US"/>
        </a:p>
      </dgm:t>
    </dgm:pt>
    <dgm:pt modelId="{E7695476-10C4-467E-9D54-DD3FE3B8619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MX"/>
            <a:t>Mitigación de Latencia: Caché temporal (Dynamo TTL) que optimiza rutas repetidas y garantiza respuestas en &lt; 5 segundos.</a:t>
          </a:r>
          <a:endParaRPr lang="en-US"/>
        </a:p>
      </dgm:t>
    </dgm:pt>
    <dgm:pt modelId="{054913A7-BD14-49D0-8684-162096EA258D}" type="parTrans" cxnId="{BED8B180-C691-41D4-B67D-3BB1D86BCF26}">
      <dgm:prSet/>
      <dgm:spPr/>
      <dgm:t>
        <a:bodyPr/>
        <a:lstStyle/>
        <a:p>
          <a:endParaRPr lang="en-US"/>
        </a:p>
      </dgm:t>
    </dgm:pt>
    <dgm:pt modelId="{8C8B2B66-5864-453D-9A67-8ACDC99870F2}" type="sibTrans" cxnId="{BED8B180-C691-41D4-B67D-3BB1D86BCF26}">
      <dgm:prSet/>
      <dgm:spPr/>
      <dgm:t>
        <a:bodyPr/>
        <a:lstStyle/>
        <a:p>
          <a:endParaRPr lang="en-US"/>
        </a:p>
      </dgm:t>
    </dgm:pt>
    <dgm:pt modelId="{1B1B9C5D-A559-4BE9-9874-F19741F51809}" type="pres">
      <dgm:prSet presAssocID="{90A3009B-178D-4AE5-B69F-9062BA8CCF6D}" presName="root" presStyleCnt="0">
        <dgm:presLayoutVars>
          <dgm:dir/>
          <dgm:resizeHandles val="exact"/>
        </dgm:presLayoutVars>
      </dgm:prSet>
      <dgm:spPr/>
    </dgm:pt>
    <dgm:pt modelId="{3C9A1ADD-A4D4-4463-816C-FD02328955F4}" type="pres">
      <dgm:prSet presAssocID="{2DCEC0C9-74D9-4648-A223-109AE10D166A}" presName="compNode" presStyleCnt="0"/>
      <dgm:spPr/>
    </dgm:pt>
    <dgm:pt modelId="{6FD68BDA-7C07-43B4-9542-3378714CE3F8}" type="pres">
      <dgm:prSet presAssocID="{2DCEC0C9-74D9-4648-A223-109AE10D166A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0618AF8-09E3-4F41-9BB3-875D0A7464A3}" type="pres">
      <dgm:prSet presAssocID="{2DCEC0C9-74D9-4648-A223-109AE10D166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1A1ADFCF-2514-4435-A1FF-C4BECF6A4AAD}" type="pres">
      <dgm:prSet presAssocID="{2DCEC0C9-74D9-4648-A223-109AE10D166A}" presName="spaceRect" presStyleCnt="0"/>
      <dgm:spPr/>
    </dgm:pt>
    <dgm:pt modelId="{85EDDC00-9F7F-4DE8-9D00-13238DBF4DE9}" type="pres">
      <dgm:prSet presAssocID="{2DCEC0C9-74D9-4648-A223-109AE10D166A}" presName="textRect" presStyleLbl="revTx" presStyleIdx="0" presStyleCnt="3">
        <dgm:presLayoutVars>
          <dgm:chMax val="1"/>
          <dgm:chPref val="1"/>
        </dgm:presLayoutVars>
      </dgm:prSet>
      <dgm:spPr/>
    </dgm:pt>
    <dgm:pt modelId="{64E2A000-7554-4EB6-8017-1783C4277A3D}" type="pres">
      <dgm:prSet presAssocID="{93EC8C1B-11A8-4891-8A85-FEF1E9058FDC}" presName="sibTrans" presStyleCnt="0"/>
      <dgm:spPr/>
    </dgm:pt>
    <dgm:pt modelId="{F603D917-6B67-4957-B449-FD36327548D7}" type="pres">
      <dgm:prSet presAssocID="{9E764F68-2D60-479A-BE82-7A57F11DA19C}" presName="compNode" presStyleCnt="0"/>
      <dgm:spPr/>
    </dgm:pt>
    <dgm:pt modelId="{688A5BB8-53DF-4F6C-96B4-61B8D162DA23}" type="pres">
      <dgm:prSet presAssocID="{9E764F68-2D60-479A-BE82-7A57F11DA19C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B43B4E7-C135-4718-AE64-1142D76546BF}" type="pres">
      <dgm:prSet presAssocID="{9E764F68-2D60-479A-BE82-7A57F11DA19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4897D145-54B6-4D42-A5E4-823369455564}" type="pres">
      <dgm:prSet presAssocID="{9E764F68-2D60-479A-BE82-7A57F11DA19C}" presName="spaceRect" presStyleCnt="0"/>
      <dgm:spPr/>
    </dgm:pt>
    <dgm:pt modelId="{2BA5C38C-0371-45D8-8006-25DB279D5539}" type="pres">
      <dgm:prSet presAssocID="{9E764F68-2D60-479A-BE82-7A57F11DA19C}" presName="textRect" presStyleLbl="revTx" presStyleIdx="1" presStyleCnt="3">
        <dgm:presLayoutVars>
          <dgm:chMax val="1"/>
          <dgm:chPref val="1"/>
        </dgm:presLayoutVars>
      </dgm:prSet>
      <dgm:spPr/>
    </dgm:pt>
    <dgm:pt modelId="{C9482CDB-E3F1-4957-AD4F-1A7F6AD17046}" type="pres">
      <dgm:prSet presAssocID="{FBA905B8-90F4-4913-83A5-066F6C279789}" presName="sibTrans" presStyleCnt="0"/>
      <dgm:spPr/>
    </dgm:pt>
    <dgm:pt modelId="{F3B7E496-CC62-4A54-9A14-C98DA8F95945}" type="pres">
      <dgm:prSet presAssocID="{E7695476-10C4-467E-9D54-DD3FE3B8619A}" presName="compNode" presStyleCnt="0"/>
      <dgm:spPr/>
    </dgm:pt>
    <dgm:pt modelId="{C57031A0-FC51-4B2B-B1A9-F4EA50BA8BC5}" type="pres">
      <dgm:prSet presAssocID="{E7695476-10C4-467E-9D54-DD3FE3B8619A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EF0D1A67-797D-49BA-B44A-913116961162}" type="pres">
      <dgm:prSet presAssocID="{E7695476-10C4-467E-9D54-DD3FE3B8619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69D81CCF-6601-4509-BD90-F8020CC4B192}" type="pres">
      <dgm:prSet presAssocID="{E7695476-10C4-467E-9D54-DD3FE3B8619A}" presName="spaceRect" presStyleCnt="0"/>
      <dgm:spPr/>
    </dgm:pt>
    <dgm:pt modelId="{71DDD01B-9F73-464E-9A23-068EF7A83DAB}" type="pres">
      <dgm:prSet presAssocID="{E7695476-10C4-467E-9D54-DD3FE3B8619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15A1C34-8C6E-46BA-987D-56B9D707FEBD}" type="presOf" srcId="{90A3009B-178D-4AE5-B69F-9062BA8CCF6D}" destId="{1B1B9C5D-A559-4BE9-9874-F19741F51809}" srcOrd="0" destOrd="0" presId="urn:microsoft.com/office/officeart/2018/5/layout/IconLeafLabelList"/>
    <dgm:cxn modelId="{D491C578-9968-4CAE-BA11-B21533F0E827}" srcId="{90A3009B-178D-4AE5-B69F-9062BA8CCF6D}" destId="{2DCEC0C9-74D9-4648-A223-109AE10D166A}" srcOrd="0" destOrd="0" parTransId="{B79B5AE1-B5D2-4C83-AF98-E0CF8C5FE452}" sibTransId="{93EC8C1B-11A8-4891-8A85-FEF1E9058FDC}"/>
    <dgm:cxn modelId="{4D29C77E-63CC-438E-802C-41879F8ECED6}" type="presOf" srcId="{2DCEC0C9-74D9-4648-A223-109AE10D166A}" destId="{85EDDC00-9F7F-4DE8-9D00-13238DBF4DE9}" srcOrd="0" destOrd="0" presId="urn:microsoft.com/office/officeart/2018/5/layout/IconLeafLabelList"/>
    <dgm:cxn modelId="{BED8B180-C691-41D4-B67D-3BB1D86BCF26}" srcId="{90A3009B-178D-4AE5-B69F-9062BA8CCF6D}" destId="{E7695476-10C4-467E-9D54-DD3FE3B8619A}" srcOrd="2" destOrd="0" parTransId="{054913A7-BD14-49D0-8684-162096EA258D}" sibTransId="{8C8B2B66-5864-453D-9A67-8ACDC99870F2}"/>
    <dgm:cxn modelId="{E2136DD6-FDC6-4850-9102-646FF0F23025}" type="presOf" srcId="{E7695476-10C4-467E-9D54-DD3FE3B8619A}" destId="{71DDD01B-9F73-464E-9A23-068EF7A83DAB}" srcOrd="0" destOrd="0" presId="urn:microsoft.com/office/officeart/2018/5/layout/IconLeafLabelList"/>
    <dgm:cxn modelId="{9EB97DDD-3312-461E-BC8D-AF48FA6E164B}" srcId="{90A3009B-178D-4AE5-B69F-9062BA8CCF6D}" destId="{9E764F68-2D60-479A-BE82-7A57F11DA19C}" srcOrd="1" destOrd="0" parTransId="{39BDFC57-039A-441B-8878-A45FBF466E1E}" sibTransId="{FBA905B8-90F4-4913-83A5-066F6C279789}"/>
    <dgm:cxn modelId="{E24FDBFF-48F7-40ED-9972-65855D323BA6}" type="presOf" srcId="{9E764F68-2D60-479A-BE82-7A57F11DA19C}" destId="{2BA5C38C-0371-45D8-8006-25DB279D5539}" srcOrd="0" destOrd="0" presId="urn:microsoft.com/office/officeart/2018/5/layout/IconLeafLabelList"/>
    <dgm:cxn modelId="{47E89DDE-3061-4C25-AC74-14528A20ECB1}" type="presParOf" srcId="{1B1B9C5D-A559-4BE9-9874-F19741F51809}" destId="{3C9A1ADD-A4D4-4463-816C-FD02328955F4}" srcOrd="0" destOrd="0" presId="urn:microsoft.com/office/officeart/2018/5/layout/IconLeafLabelList"/>
    <dgm:cxn modelId="{47DFF48D-3565-487C-B031-1CFBC679981E}" type="presParOf" srcId="{3C9A1ADD-A4D4-4463-816C-FD02328955F4}" destId="{6FD68BDA-7C07-43B4-9542-3378714CE3F8}" srcOrd="0" destOrd="0" presId="urn:microsoft.com/office/officeart/2018/5/layout/IconLeafLabelList"/>
    <dgm:cxn modelId="{88BA392D-484C-4B68-BCB7-F076D24E7DE9}" type="presParOf" srcId="{3C9A1ADD-A4D4-4463-816C-FD02328955F4}" destId="{20618AF8-09E3-4F41-9BB3-875D0A7464A3}" srcOrd="1" destOrd="0" presId="urn:microsoft.com/office/officeart/2018/5/layout/IconLeafLabelList"/>
    <dgm:cxn modelId="{DE170911-BB2A-4024-8283-3D70E4E832EB}" type="presParOf" srcId="{3C9A1ADD-A4D4-4463-816C-FD02328955F4}" destId="{1A1ADFCF-2514-4435-A1FF-C4BECF6A4AAD}" srcOrd="2" destOrd="0" presId="urn:microsoft.com/office/officeart/2018/5/layout/IconLeafLabelList"/>
    <dgm:cxn modelId="{E5394211-994A-46B3-BBF2-575C7C3D0B64}" type="presParOf" srcId="{3C9A1ADD-A4D4-4463-816C-FD02328955F4}" destId="{85EDDC00-9F7F-4DE8-9D00-13238DBF4DE9}" srcOrd="3" destOrd="0" presId="urn:microsoft.com/office/officeart/2018/5/layout/IconLeafLabelList"/>
    <dgm:cxn modelId="{51B754F7-8FCB-4E43-ACF4-9A14BD68EAF4}" type="presParOf" srcId="{1B1B9C5D-A559-4BE9-9874-F19741F51809}" destId="{64E2A000-7554-4EB6-8017-1783C4277A3D}" srcOrd="1" destOrd="0" presId="urn:microsoft.com/office/officeart/2018/5/layout/IconLeafLabelList"/>
    <dgm:cxn modelId="{315D69F3-7727-44ED-BDDC-574D51DC1FEB}" type="presParOf" srcId="{1B1B9C5D-A559-4BE9-9874-F19741F51809}" destId="{F603D917-6B67-4957-B449-FD36327548D7}" srcOrd="2" destOrd="0" presId="urn:microsoft.com/office/officeart/2018/5/layout/IconLeafLabelList"/>
    <dgm:cxn modelId="{00E696DB-B003-4016-B819-7AC061425A09}" type="presParOf" srcId="{F603D917-6B67-4957-B449-FD36327548D7}" destId="{688A5BB8-53DF-4F6C-96B4-61B8D162DA23}" srcOrd="0" destOrd="0" presId="urn:microsoft.com/office/officeart/2018/5/layout/IconLeafLabelList"/>
    <dgm:cxn modelId="{98881548-DEF7-4150-8135-2FCF40E927EC}" type="presParOf" srcId="{F603D917-6B67-4957-B449-FD36327548D7}" destId="{2B43B4E7-C135-4718-AE64-1142D76546BF}" srcOrd="1" destOrd="0" presId="urn:microsoft.com/office/officeart/2018/5/layout/IconLeafLabelList"/>
    <dgm:cxn modelId="{499E6E5E-7ADC-4095-8BCC-79CDCB6D7712}" type="presParOf" srcId="{F603D917-6B67-4957-B449-FD36327548D7}" destId="{4897D145-54B6-4D42-A5E4-823369455564}" srcOrd="2" destOrd="0" presId="urn:microsoft.com/office/officeart/2018/5/layout/IconLeafLabelList"/>
    <dgm:cxn modelId="{7DF563EE-FB0C-4A1D-9BCE-5EE6CED2C9C7}" type="presParOf" srcId="{F603D917-6B67-4957-B449-FD36327548D7}" destId="{2BA5C38C-0371-45D8-8006-25DB279D5539}" srcOrd="3" destOrd="0" presId="urn:microsoft.com/office/officeart/2018/5/layout/IconLeafLabelList"/>
    <dgm:cxn modelId="{801CC0F1-744E-46D1-AAFE-53F1163B96E1}" type="presParOf" srcId="{1B1B9C5D-A559-4BE9-9874-F19741F51809}" destId="{C9482CDB-E3F1-4957-AD4F-1A7F6AD17046}" srcOrd="3" destOrd="0" presId="urn:microsoft.com/office/officeart/2018/5/layout/IconLeafLabelList"/>
    <dgm:cxn modelId="{BC61D6F0-AD9A-45AB-8EAC-9399FC78262F}" type="presParOf" srcId="{1B1B9C5D-A559-4BE9-9874-F19741F51809}" destId="{F3B7E496-CC62-4A54-9A14-C98DA8F95945}" srcOrd="4" destOrd="0" presId="urn:microsoft.com/office/officeart/2018/5/layout/IconLeafLabelList"/>
    <dgm:cxn modelId="{13A04202-3719-4E4C-83BF-E758518AF254}" type="presParOf" srcId="{F3B7E496-CC62-4A54-9A14-C98DA8F95945}" destId="{C57031A0-FC51-4B2B-B1A9-F4EA50BA8BC5}" srcOrd="0" destOrd="0" presId="urn:microsoft.com/office/officeart/2018/5/layout/IconLeafLabelList"/>
    <dgm:cxn modelId="{DB8B089B-6292-428F-8D81-E1DFA66CFB2B}" type="presParOf" srcId="{F3B7E496-CC62-4A54-9A14-C98DA8F95945}" destId="{EF0D1A67-797D-49BA-B44A-913116961162}" srcOrd="1" destOrd="0" presId="urn:microsoft.com/office/officeart/2018/5/layout/IconLeafLabelList"/>
    <dgm:cxn modelId="{47E8FA8E-400C-4A28-B44B-6425D1E6624D}" type="presParOf" srcId="{F3B7E496-CC62-4A54-9A14-C98DA8F95945}" destId="{69D81CCF-6601-4509-BD90-F8020CC4B192}" srcOrd="2" destOrd="0" presId="urn:microsoft.com/office/officeart/2018/5/layout/IconLeafLabelList"/>
    <dgm:cxn modelId="{632D7F6A-3B33-4BD5-B064-A54BAFB17F6B}" type="presParOf" srcId="{F3B7E496-CC62-4A54-9A14-C98DA8F95945}" destId="{71DDD01B-9F73-464E-9A23-068EF7A83DA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C32C776-55D8-4AC4-A1A5-9D3A2C66AB8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40E9812E-6730-43CE-8CE8-8474D192F9DD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Protección de Datos: Cifrado AES-256 y cumplimiento estricto de la Ley N° 19.268.</a:t>
          </a:r>
          <a:endParaRPr lang="en-US"/>
        </a:p>
      </dgm:t>
    </dgm:pt>
    <dgm:pt modelId="{85F85D72-2C98-4CF7-9919-7C7412C74052}" type="parTrans" cxnId="{C5D3EE23-E16F-4AC6-BA9E-0D87F9A223C3}">
      <dgm:prSet/>
      <dgm:spPr/>
      <dgm:t>
        <a:bodyPr/>
        <a:lstStyle/>
        <a:p>
          <a:endParaRPr lang="en-US"/>
        </a:p>
      </dgm:t>
    </dgm:pt>
    <dgm:pt modelId="{A3F6E9CF-FA7A-4414-8085-C94CD95FBCE6}" type="sibTrans" cxnId="{C5D3EE23-E16F-4AC6-BA9E-0D87F9A223C3}">
      <dgm:prSet/>
      <dgm:spPr/>
      <dgm:t>
        <a:bodyPr/>
        <a:lstStyle/>
        <a:p>
          <a:endParaRPr lang="en-US"/>
        </a:p>
      </dgm:t>
    </dgm:pt>
    <dgm:pt modelId="{B26608CD-2A22-4893-B686-7CA5B137B6FD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Seguridad Informática: Autenticación por roles con tokens JWT bajo la ley N° 21.459.</a:t>
          </a:r>
          <a:endParaRPr lang="en-US"/>
        </a:p>
      </dgm:t>
    </dgm:pt>
    <dgm:pt modelId="{E7138ED2-2FD2-4B46-BF62-C6D68B9DC97A}" type="parTrans" cxnId="{76535729-4893-49DA-AEC1-BFA55D6AEE9A}">
      <dgm:prSet/>
      <dgm:spPr/>
      <dgm:t>
        <a:bodyPr/>
        <a:lstStyle/>
        <a:p>
          <a:endParaRPr lang="en-US"/>
        </a:p>
      </dgm:t>
    </dgm:pt>
    <dgm:pt modelId="{BF612B1C-B531-4554-A870-D6499E2CC9C6}" type="sibTrans" cxnId="{76535729-4893-49DA-AEC1-BFA55D6AEE9A}">
      <dgm:prSet/>
      <dgm:spPr/>
      <dgm:t>
        <a:bodyPr/>
        <a:lstStyle/>
        <a:p>
          <a:endParaRPr lang="en-US"/>
        </a:p>
      </dgm:t>
    </dgm:pt>
    <dgm:pt modelId="{EBECBDCB-5B48-4C49-B99B-F6413AD95955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Cumplimiento Aeronáutico: Consistencia lógica basada en regulaciones internacionales (IATA 753 / OACI 9284).</a:t>
          </a:r>
          <a:endParaRPr lang="en-US"/>
        </a:p>
      </dgm:t>
    </dgm:pt>
    <dgm:pt modelId="{3121284D-CA4D-4153-86C6-E2FF3DD9003C}" type="parTrans" cxnId="{2663EBD1-34F3-4063-8EAC-0DF50766427D}">
      <dgm:prSet/>
      <dgm:spPr/>
      <dgm:t>
        <a:bodyPr/>
        <a:lstStyle/>
        <a:p>
          <a:endParaRPr lang="en-US"/>
        </a:p>
      </dgm:t>
    </dgm:pt>
    <dgm:pt modelId="{11830D56-41D4-47A0-8BD4-87E4455637EA}" type="sibTrans" cxnId="{2663EBD1-34F3-4063-8EAC-0DF50766427D}">
      <dgm:prSet/>
      <dgm:spPr/>
      <dgm:t>
        <a:bodyPr/>
        <a:lstStyle/>
        <a:p>
          <a:endParaRPr lang="en-US"/>
        </a:p>
      </dgm:t>
    </dgm:pt>
    <dgm:pt modelId="{613B3C57-383D-46AD-BC41-66A8130393A2}" type="pres">
      <dgm:prSet presAssocID="{7C32C776-55D8-4AC4-A1A5-9D3A2C66AB87}" presName="root" presStyleCnt="0">
        <dgm:presLayoutVars>
          <dgm:dir/>
          <dgm:resizeHandles val="exact"/>
        </dgm:presLayoutVars>
      </dgm:prSet>
      <dgm:spPr/>
    </dgm:pt>
    <dgm:pt modelId="{3ED4E870-DCA8-4656-BD27-823A41BEFF9E}" type="pres">
      <dgm:prSet presAssocID="{40E9812E-6730-43CE-8CE8-8474D192F9DD}" presName="compNode" presStyleCnt="0"/>
      <dgm:spPr/>
    </dgm:pt>
    <dgm:pt modelId="{E20AA42D-6AB0-4FCC-81AA-65CCBDC60263}" type="pres">
      <dgm:prSet presAssocID="{40E9812E-6730-43CE-8CE8-8474D192F9DD}" presName="bgRect" presStyleLbl="bgShp" presStyleIdx="0" presStyleCnt="3"/>
      <dgm:spPr/>
    </dgm:pt>
    <dgm:pt modelId="{E659FA49-C254-40F7-8607-47EBC7D8976C}" type="pres">
      <dgm:prSet presAssocID="{40E9812E-6730-43CE-8CE8-8474D192F9D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tillo de juez"/>
        </a:ext>
      </dgm:extLst>
    </dgm:pt>
    <dgm:pt modelId="{E26B5842-A749-4142-AA4B-C400AE5DB5FA}" type="pres">
      <dgm:prSet presAssocID="{40E9812E-6730-43CE-8CE8-8474D192F9DD}" presName="spaceRect" presStyleCnt="0"/>
      <dgm:spPr/>
    </dgm:pt>
    <dgm:pt modelId="{F072CF55-04F7-415C-8B32-502D43697AE9}" type="pres">
      <dgm:prSet presAssocID="{40E9812E-6730-43CE-8CE8-8474D192F9DD}" presName="parTx" presStyleLbl="revTx" presStyleIdx="0" presStyleCnt="3">
        <dgm:presLayoutVars>
          <dgm:chMax val="0"/>
          <dgm:chPref val="0"/>
        </dgm:presLayoutVars>
      </dgm:prSet>
      <dgm:spPr/>
    </dgm:pt>
    <dgm:pt modelId="{ECA02D80-A604-4841-BAEF-CE089FE2644F}" type="pres">
      <dgm:prSet presAssocID="{A3F6E9CF-FA7A-4414-8085-C94CD95FBCE6}" presName="sibTrans" presStyleCnt="0"/>
      <dgm:spPr/>
    </dgm:pt>
    <dgm:pt modelId="{CBDE9ED8-8C97-4EBE-BC9D-E5E07F9B2C4F}" type="pres">
      <dgm:prSet presAssocID="{B26608CD-2A22-4893-B686-7CA5B137B6FD}" presName="compNode" presStyleCnt="0"/>
      <dgm:spPr/>
    </dgm:pt>
    <dgm:pt modelId="{C4E389F5-36BF-4317-B801-EDD5226ABE05}" type="pres">
      <dgm:prSet presAssocID="{B26608CD-2A22-4893-B686-7CA5B137B6FD}" presName="bgRect" presStyleLbl="bgShp" presStyleIdx="1" presStyleCnt="3"/>
      <dgm:spPr/>
    </dgm:pt>
    <dgm:pt modelId="{052C15AA-DA81-40FA-B372-B161098FB4D8}" type="pres">
      <dgm:prSet presAssocID="{B26608CD-2A22-4893-B686-7CA5B137B6F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61BEE0CD-71CA-46C1-9CB7-8C2F975B1E36}" type="pres">
      <dgm:prSet presAssocID="{B26608CD-2A22-4893-B686-7CA5B137B6FD}" presName="spaceRect" presStyleCnt="0"/>
      <dgm:spPr/>
    </dgm:pt>
    <dgm:pt modelId="{94D7170A-0C0A-452F-AB0D-2A008D0DC568}" type="pres">
      <dgm:prSet presAssocID="{B26608CD-2A22-4893-B686-7CA5B137B6FD}" presName="parTx" presStyleLbl="revTx" presStyleIdx="1" presStyleCnt="3">
        <dgm:presLayoutVars>
          <dgm:chMax val="0"/>
          <dgm:chPref val="0"/>
        </dgm:presLayoutVars>
      </dgm:prSet>
      <dgm:spPr/>
    </dgm:pt>
    <dgm:pt modelId="{7D098DF5-6C8F-4A15-9141-FE437161459D}" type="pres">
      <dgm:prSet presAssocID="{BF612B1C-B531-4554-A870-D6499E2CC9C6}" presName="sibTrans" presStyleCnt="0"/>
      <dgm:spPr/>
    </dgm:pt>
    <dgm:pt modelId="{F46F6FF3-2BDA-4A7A-8984-67455043410A}" type="pres">
      <dgm:prSet presAssocID="{EBECBDCB-5B48-4C49-B99B-F6413AD95955}" presName="compNode" presStyleCnt="0"/>
      <dgm:spPr/>
    </dgm:pt>
    <dgm:pt modelId="{82CB1BD0-DE81-4946-99E8-4E7508A07AA9}" type="pres">
      <dgm:prSet presAssocID="{EBECBDCB-5B48-4C49-B99B-F6413AD95955}" presName="bgRect" presStyleLbl="bgShp" presStyleIdx="2" presStyleCnt="3"/>
      <dgm:spPr/>
    </dgm:pt>
    <dgm:pt modelId="{81F42BD4-798F-44A9-B398-269B9D061226}" type="pres">
      <dgm:prSet presAssocID="{EBECBDCB-5B48-4C49-B99B-F6413AD9595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loto"/>
        </a:ext>
      </dgm:extLst>
    </dgm:pt>
    <dgm:pt modelId="{AD584514-FBB5-48E4-9F3C-90ECC0582BEB}" type="pres">
      <dgm:prSet presAssocID="{EBECBDCB-5B48-4C49-B99B-F6413AD95955}" presName="spaceRect" presStyleCnt="0"/>
      <dgm:spPr/>
    </dgm:pt>
    <dgm:pt modelId="{E1148F89-0956-4EA2-8A2B-52BD42075B2C}" type="pres">
      <dgm:prSet presAssocID="{EBECBDCB-5B48-4C49-B99B-F6413AD9595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F891509-CC6E-4F44-925B-06E86025F90A}" type="presOf" srcId="{7C32C776-55D8-4AC4-A1A5-9D3A2C66AB87}" destId="{613B3C57-383D-46AD-BC41-66A8130393A2}" srcOrd="0" destOrd="0" presId="urn:microsoft.com/office/officeart/2018/2/layout/IconVerticalSolidList"/>
    <dgm:cxn modelId="{C5D3EE23-E16F-4AC6-BA9E-0D87F9A223C3}" srcId="{7C32C776-55D8-4AC4-A1A5-9D3A2C66AB87}" destId="{40E9812E-6730-43CE-8CE8-8474D192F9DD}" srcOrd="0" destOrd="0" parTransId="{85F85D72-2C98-4CF7-9919-7C7412C74052}" sibTransId="{A3F6E9CF-FA7A-4414-8085-C94CD95FBCE6}"/>
    <dgm:cxn modelId="{76535729-4893-49DA-AEC1-BFA55D6AEE9A}" srcId="{7C32C776-55D8-4AC4-A1A5-9D3A2C66AB87}" destId="{B26608CD-2A22-4893-B686-7CA5B137B6FD}" srcOrd="1" destOrd="0" parTransId="{E7138ED2-2FD2-4B46-BF62-C6D68B9DC97A}" sibTransId="{BF612B1C-B531-4554-A870-D6499E2CC9C6}"/>
    <dgm:cxn modelId="{AA3D923A-B687-410C-9005-3CDD7F764342}" type="presOf" srcId="{B26608CD-2A22-4893-B686-7CA5B137B6FD}" destId="{94D7170A-0C0A-452F-AB0D-2A008D0DC568}" srcOrd="0" destOrd="0" presId="urn:microsoft.com/office/officeart/2018/2/layout/IconVerticalSolidList"/>
    <dgm:cxn modelId="{E76F9B74-05FF-4024-BE77-38B8B3A45EFB}" type="presOf" srcId="{40E9812E-6730-43CE-8CE8-8474D192F9DD}" destId="{F072CF55-04F7-415C-8B32-502D43697AE9}" srcOrd="0" destOrd="0" presId="urn:microsoft.com/office/officeart/2018/2/layout/IconVerticalSolidList"/>
    <dgm:cxn modelId="{4C1FE1C3-99CB-41EF-954D-9D4E34A9861B}" type="presOf" srcId="{EBECBDCB-5B48-4C49-B99B-F6413AD95955}" destId="{E1148F89-0956-4EA2-8A2B-52BD42075B2C}" srcOrd="0" destOrd="0" presId="urn:microsoft.com/office/officeart/2018/2/layout/IconVerticalSolidList"/>
    <dgm:cxn modelId="{2663EBD1-34F3-4063-8EAC-0DF50766427D}" srcId="{7C32C776-55D8-4AC4-A1A5-9D3A2C66AB87}" destId="{EBECBDCB-5B48-4C49-B99B-F6413AD95955}" srcOrd="2" destOrd="0" parTransId="{3121284D-CA4D-4153-86C6-E2FF3DD9003C}" sibTransId="{11830D56-41D4-47A0-8BD4-87E4455637EA}"/>
    <dgm:cxn modelId="{3D4AD745-B0B7-42F6-8453-264438F361D8}" type="presParOf" srcId="{613B3C57-383D-46AD-BC41-66A8130393A2}" destId="{3ED4E870-DCA8-4656-BD27-823A41BEFF9E}" srcOrd="0" destOrd="0" presId="urn:microsoft.com/office/officeart/2018/2/layout/IconVerticalSolidList"/>
    <dgm:cxn modelId="{FA3684BD-F760-4A7E-87F2-8C6DDE8ADBC1}" type="presParOf" srcId="{3ED4E870-DCA8-4656-BD27-823A41BEFF9E}" destId="{E20AA42D-6AB0-4FCC-81AA-65CCBDC60263}" srcOrd="0" destOrd="0" presId="urn:microsoft.com/office/officeart/2018/2/layout/IconVerticalSolidList"/>
    <dgm:cxn modelId="{7D5BA736-1D04-436C-9B1E-372588177AC0}" type="presParOf" srcId="{3ED4E870-DCA8-4656-BD27-823A41BEFF9E}" destId="{E659FA49-C254-40F7-8607-47EBC7D8976C}" srcOrd="1" destOrd="0" presId="urn:microsoft.com/office/officeart/2018/2/layout/IconVerticalSolidList"/>
    <dgm:cxn modelId="{470A2E91-BA74-47C6-93DE-A9E2305B6E5F}" type="presParOf" srcId="{3ED4E870-DCA8-4656-BD27-823A41BEFF9E}" destId="{E26B5842-A749-4142-AA4B-C400AE5DB5FA}" srcOrd="2" destOrd="0" presId="urn:microsoft.com/office/officeart/2018/2/layout/IconVerticalSolidList"/>
    <dgm:cxn modelId="{C70C9B34-1BA6-4CD4-B8D4-599D12064C3E}" type="presParOf" srcId="{3ED4E870-DCA8-4656-BD27-823A41BEFF9E}" destId="{F072CF55-04F7-415C-8B32-502D43697AE9}" srcOrd="3" destOrd="0" presId="urn:microsoft.com/office/officeart/2018/2/layout/IconVerticalSolidList"/>
    <dgm:cxn modelId="{06359565-F241-4112-B3A7-0D0F8322EAAA}" type="presParOf" srcId="{613B3C57-383D-46AD-BC41-66A8130393A2}" destId="{ECA02D80-A604-4841-BAEF-CE089FE2644F}" srcOrd="1" destOrd="0" presId="urn:microsoft.com/office/officeart/2018/2/layout/IconVerticalSolidList"/>
    <dgm:cxn modelId="{89C37065-C074-4434-A2B2-01A7BE92E465}" type="presParOf" srcId="{613B3C57-383D-46AD-BC41-66A8130393A2}" destId="{CBDE9ED8-8C97-4EBE-BC9D-E5E07F9B2C4F}" srcOrd="2" destOrd="0" presId="urn:microsoft.com/office/officeart/2018/2/layout/IconVerticalSolidList"/>
    <dgm:cxn modelId="{B30A3A82-75D7-4E7F-BE5B-718123588685}" type="presParOf" srcId="{CBDE9ED8-8C97-4EBE-BC9D-E5E07F9B2C4F}" destId="{C4E389F5-36BF-4317-B801-EDD5226ABE05}" srcOrd="0" destOrd="0" presId="urn:microsoft.com/office/officeart/2018/2/layout/IconVerticalSolidList"/>
    <dgm:cxn modelId="{FF0F750B-A7BB-40EE-997C-D10E0894C984}" type="presParOf" srcId="{CBDE9ED8-8C97-4EBE-BC9D-E5E07F9B2C4F}" destId="{052C15AA-DA81-40FA-B372-B161098FB4D8}" srcOrd="1" destOrd="0" presId="urn:microsoft.com/office/officeart/2018/2/layout/IconVerticalSolidList"/>
    <dgm:cxn modelId="{953713BA-C28B-4B57-AED9-1A01204DAF05}" type="presParOf" srcId="{CBDE9ED8-8C97-4EBE-BC9D-E5E07F9B2C4F}" destId="{61BEE0CD-71CA-46C1-9CB7-8C2F975B1E36}" srcOrd="2" destOrd="0" presId="urn:microsoft.com/office/officeart/2018/2/layout/IconVerticalSolidList"/>
    <dgm:cxn modelId="{83B7BC0B-64CE-41CA-A0D7-5021CDD70966}" type="presParOf" srcId="{CBDE9ED8-8C97-4EBE-BC9D-E5E07F9B2C4F}" destId="{94D7170A-0C0A-452F-AB0D-2A008D0DC568}" srcOrd="3" destOrd="0" presId="urn:microsoft.com/office/officeart/2018/2/layout/IconVerticalSolidList"/>
    <dgm:cxn modelId="{D51CA492-C940-40CD-B485-D646AE9DDE87}" type="presParOf" srcId="{613B3C57-383D-46AD-BC41-66A8130393A2}" destId="{7D098DF5-6C8F-4A15-9141-FE437161459D}" srcOrd="3" destOrd="0" presId="urn:microsoft.com/office/officeart/2018/2/layout/IconVerticalSolidList"/>
    <dgm:cxn modelId="{B7C0D6F2-0274-4250-8A11-F200A3542814}" type="presParOf" srcId="{613B3C57-383D-46AD-BC41-66A8130393A2}" destId="{F46F6FF3-2BDA-4A7A-8984-67455043410A}" srcOrd="4" destOrd="0" presId="urn:microsoft.com/office/officeart/2018/2/layout/IconVerticalSolidList"/>
    <dgm:cxn modelId="{0890BD10-C7E2-48A5-8BE9-168A033C3E31}" type="presParOf" srcId="{F46F6FF3-2BDA-4A7A-8984-67455043410A}" destId="{82CB1BD0-DE81-4946-99E8-4E7508A07AA9}" srcOrd="0" destOrd="0" presId="urn:microsoft.com/office/officeart/2018/2/layout/IconVerticalSolidList"/>
    <dgm:cxn modelId="{0C54D66E-C500-4B1B-BBE8-4DE296EA0FB1}" type="presParOf" srcId="{F46F6FF3-2BDA-4A7A-8984-67455043410A}" destId="{81F42BD4-798F-44A9-B398-269B9D061226}" srcOrd="1" destOrd="0" presId="urn:microsoft.com/office/officeart/2018/2/layout/IconVerticalSolidList"/>
    <dgm:cxn modelId="{C987E68D-5475-4490-A929-D54A801EFC88}" type="presParOf" srcId="{F46F6FF3-2BDA-4A7A-8984-67455043410A}" destId="{AD584514-FBB5-48E4-9F3C-90ECC0582BEB}" srcOrd="2" destOrd="0" presId="urn:microsoft.com/office/officeart/2018/2/layout/IconVerticalSolidList"/>
    <dgm:cxn modelId="{C8C42129-5336-4AD5-8E75-9FFA083C30BF}" type="presParOf" srcId="{F46F6FF3-2BDA-4A7A-8984-67455043410A}" destId="{E1148F89-0956-4EA2-8A2B-52BD42075B2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E51E28D-24C9-4535-810F-ED1B52C8C3B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B651938-FFB0-4D82-9DE1-AC5B022E47C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MX"/>
            <a:t>Planificación Scrum: Capacidad de 35 Story Points por Sprint, asegurando holgura en los 4 Sprints del proyecto. </a:t>
          </a:r>
          <a:endParaRPr lang="en-US"/>
        </a:p>
      </dgm:t>
    </dgm:pt>
    <dgm:pt modelId="{556A82EA-410F-4BB5-AB30-D8061CA079D2}" type="parTrans" cxnId="{9F11035C-F3A8-498A-B5F7-054B96408DAE}">
      <dgm:prSet/>
      <dgm:spPr/>
      <dgm:t>
        <a:bodyPr/>
        <a:lstStyle/>
        <a:p>
          <a:endParaRPr lang="en-US"/>
        </a:p>
      </dgm:t>
    </dgm:pt>
    <dgm:pt modelId="{24977CA1-BFA1-4E8C-A5DD-B4C502DD6E2F}" type="sibTrans" cxnId="{9F11035C-F3A8-498A-B5F7-054B96408DAE}">
      <dgm:prSet/>
      <dgm:spPr/>
      <dgm:t>
        <a:bodyPr/>
        <a:lstStyle/>
        <a:p>
          <a:endParaRPr lang="en-US"/>
        </a:p>
      </dgm:t>
    </dgm:pt>
    <dgm:pt modelId="{EF928257-B5B6-4BD0-B168-306B39B2AF7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MX"/>
            <a:t>Validación de Datos: Uso de Pydantic en el backend, reduciendo en un 30% los errores de código en integración. </a:t>
          </a:r>
          <a:endParaRPr lang="en-US"/>
        </a:p>
      </dgm:t>
    </dgm:pt>
    <dgm:pt modelId="{BB40335E-E84F-4DFA-81FE-57FB9BFFF198}" type="parTrans" cxnId="{EEE07D15-04A9-4EF2-8F62-62B455341D97}">
      <dgm:prSet/>
      <dgm:spPr/>
      <dgm:t>
        <a:bodyPr/>
        <a:lstStyle/>
        <a:p>
          <a:endParaRPr lang="en-US"/>
        </a:p>
      </dgm:t>
    </dgm:pt>
    <dgm:pt modelId="{1B6C833A-CAA1-4C96-BE31-56147F7418C0}" type="sibTrans" cxnId="{EEE07D15-04A9-4EF2-8F62-62B455341D97}">
      <dgm:prSet/>
      <dgm:spPr/>
      <dgm:t>
        <a:bodyPr/>
        <a:lstStyle/>
        <a:p>
          <a:endParaRPr lang="en-US"/>
        </a:p>
      </dgm:t>
    </dgm:pt>
    <dgm:pt modelId="{D7C45483-38BA-4647-B287-B04A123FFE8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MX"/>
            <a:t>Control de Entorno: Simulación interna (Mocks) de APIs externas para resguardar las cuotas de prueba de Amadeus.</a:t>
          </a:r>
          <a:endParaRPr lang="en-US"/>
        </a:p>
      </dgm:t>
    </dgm:pt>
    <dgm:pt modelId="{CC86140C-1FD7-4D2C-B280-A56484EC4348}" type="parTrans" cxnId="{92173FB3-DE7E-4172-A945-3121A86E91F0}">
      <dgm:prSet/>
      <dgm:spPr/>
      <dgm:t>
        <a:bodyPr/>
        <a:lstStyle/>
        <a:p>
          <a:endParaRPr lang="en-US"/>
        </a:p>
      </dgm:t>
    </dgm:pt>
    <dgm:pt modelId="{AFC6B064-6BA9-40C9-8529-F9DD4D057347}" type="sibTrans" cxnId="{92173FB3-DE7E-4172-A945-3121A86E91F0}">
      <dgm:prSet/>
      <dgm:spPr/>
      <dgm:t>
        <a:bodyPr/>
        <a:lstStyle/>
        <a:p>
          <a:endParaRPr lang="en-US"/>
        </a:p>
      </dgm:t>
    </dgm:pt>
    <dgm:pt modelId="{802DDE5B-C1A4-4393-B065-31B8EFE55A63}" type="pres">
      <dgm:prSet presAssocID="{DE51E28D-24C9-4535-810F-ED1B52C8C3B7}" presName="root" presStyleCnt="0">
        <dgm:presLayoutVars>
          <dgm:dir/>
          <dgm:resizeHandles val="exact"/>
        </dgm:presLayoutVars>
      </dgm:prSet>
      <dgm:spPr/>
    </dgm:pt>
    <dgm:pt modelId="{E5C75952-4B69-42EB-9CEA-39A572F09AB4}" type="pres">
      <dgm:prSet presAssocID="{CB651938-FFB0-4D82-9DE1-AC5B022E47C0}" presName="compNode" presStyleCnt="0"/>
      <dgm:spPr/>
    </dgm:pt>
    <dgm:pt modelId="{A9D99637-B349-4494-B168-B4FB56E7B0B3}" type="pres">
      <dgm:prSet presAssocID="{CB651938-FFB0-4D82-9DE1-AC5B022E47C0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A21EEA9-37FB-498A-A40D-5E557BD7B630}" type="pres">
      <dgm:prSet presAssocID="{CB651938-FFB0-4D82-9DE1-AC5B022E47C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s"/>
        </a:ext>
      </dgm:extLst>
    </dgm:pt>
    <dgm:pt modelId="{CE2140F9-4C2F-44E2-BBAD-E7166C4DA094}" type="pres">
      <dgm:prSet presAssocID="{CB651938-FFB0-4D82-9DE1-AC5B022E47C0}" presName="spaceRect" presStyleCnt="0"/>
      <dgm:spPr/>
    </dgm:pt>
    <dgm:pt modelId="{1C7A5376-2D70-4FC7-B0E5-63BFBADB63AA}" type="pres">
      <dgm:prSet presAssocID="{CB651938-FFB0-4D82-9DE1-AC5B022E47C0}" presName="textRect" presStyleLbl="revTx" presStyleIdx="0" presStyleCnt="3">
        <dgm:presLayoutVars>
          <dgm:chMax val="1"/>
          <dgm:chPref val="1"/>
        </dgm:presLayoutVars>
      </dgm:prSet>
      <dgm:spPr/>
    </dgm:pt>
    <dgm:pt modelId="{C095B504-999A-4DB9-BDB2-51E8463394F6}" type="pres">
      <dgm:prSet presAssocID="{24977CA1-BFA1-4E8C-A5DD-B4C502DD6E2F}" presName="sibTrans" presStyleCnt="0"/>
      <dgm:spPr/>
    </dgm:pt>
    <dgm:pt modelId="{D68C6624-4FF6-4789-873E-B3F3B83313C6}" type="pres">
      <dgm:prSet presAssocID="{EF928257-B5B6-4BD0-B168-306B39B2AF72}" presName="compNode" presStyleCnt="0"/>
      <dgm:spPr/>
    </dgm:pt>
    <dgm:pt modelId="{E26B3C08-9EC3-44C5-B057-0EFF244DABA6}" type="pres">
      <dgm:prSet presAssocID="{EF928257-B5B6-4BD0-B168-306B39B2AF72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89AF137-4D53-49AB-8CD4-C861019E807D}" type="pres">
      <dgm:prSet presAssocID="{EF928257-B5B6-4BD0-B168-306B39B2AF7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6D08B8DD-3716-4B6D-8E60-B16E5C3A128B}" type="pres">
      <dgm:prSet presAssocID="{EF928257-B5B6-4BD0-B168-306B39B2AF72}" presName="spaceRect" presStyleCnt="0"/>
      <dgm:spPr/>
    </dgm:pt>
    <dgm:pt modelId="{2FE602EB-04E7-480C-8DCA-2783CA980EBC}" type="pres">
      <dgm:prSet presAssocID="{EF928257-B5B6-4BD0-B168-306B39B2AF72}" presName="textRect" presStyleLbl="revTx" presStyleIdx="1" presStyleCnt="3">
        <dgm:presLayoutVars>
          <dgm:chMax val="1"/>
          <dgm:chPref val="1"/>
        </dgm:presLayoutVars>
      </dgm:prSet>
      <dgm:spPr/>
    </dgm:pt>
    <dgm:pt modelId="{B7D16CFE-282E-426A-B976-BF3C6CAE14D0}" type="pres">
      <dgm:prSet presAssocID="{1B6C833A-CAA1-4C96-BE31-56147F7418C0}" presName="sibTrans" presStyleCnt="0"/>
      <dgm:spPr/>
    </dgm:pt>
    <dgm:pt modelId="{5111ADE6-6661-4205-9416-EF3D6CDA919F}" type="pres">
      <dgm:prSet presAssocID="{D7C45483-38BA-4647-B287-B04A123FFE8F}" presName="compNode" presStyleCnt="0"/>
      <dgm:spPr/>
    </dgm:pt>
    <dgm:pt modelId="{4E9D2ACE-691C-4275-B897-73903A0E1EE8}" type="pres">
      <dgm:prSet presAssocID="{D7C45483-38BA-4647-B287-B04A123FFE8F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033BE8B-32E5-4DC1-995C-EAFAA1B19EF5}" type="pres">
      <dgm:prSet presAssocID="{D7C45483-38BA-4647-B287-B04A123FFE8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E635C880-8BDC-41A6-805D-72C97AD61602}" type="pres">
      <dgm:prSet presAssocID="{D7C45483-38BA-4647-B287-B04A123FFE8F}" presName="spaceRect" presStyleCnt="0"/>
      <dgm:spPr/>
    </dgm:pt>
    <dgm:pt modelId="{314E2CB7-68A1-4EBA-B89F-3803C3E4D027}" type="pres">
      <dgm:prSet presAssocID="{D7C45483-38BA-4647-B287-B04A123FFE8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EE07D15-04A9-4EF2-8F62-62B455341D97}" srcId="{DE51E28D-24C9-4535-810F-ED1B52C8C3B7}" destId="{EF928257-B5B6-4BD0-B168-306B39B2AF72}" srcOrd="1" destOrd="0" parTransId="{BB40335E-E84F-4DFA-81FE-57FB9BFFF198}" sibTransId="{1B6C833A-CAA1-4C96-BE31-56147F7418C0}"/>
    <dgm:cxn modelId="{ABD85D22-9B48-4FE3-B887-9F7998CAAEAA}" type="presOf" srcId="{D7C45483-38BA-4647-B287-B04A123FFE8F}" destId="{314E2CB7-68A1-4EBA-B89F-3803C3E4D027}" srcOrd="0" destOrd="0" presId="urn:microsoft.com/office/officeart/2018/5/layout/IconLeafLabelList"/>
    <dgm:cxn modelId="{9F11035C-F3A8-498A-B5F7-054B96408DAE}" srcId="{DE51E28D-24C9-4535-810F-ED1B52C8C3B7}" destId="{CB651938-FFB0-4D82-9DE1-AC5B022E47C0}" srcOrd="0" destOrd="0" parTransId="{556A82EA-410F-4BB5-AB30-D8061CA079D2}" sibTransId="{24977CA1-BFA1-4E8C-A5DD-B4C502DD6E2F}"/>
    <dgm:cxn modelId="{B2492083-16CA-43AF-A59F-86C932DFCDA5}" type="presOf" srcId="{CB651938-FFB0-4D82-9DE1-AC5B022E47C0}" destId="{1C7A5376-2D70-4FC7-B0E5-63BFBADB63AA}" srcOrd="0" destOrd="0" presId="urn:microsoft.com/office/officeart/2018/5/layout/IconLeafLabelList"/>
    <dgm:cxn modelId="{92173FB3-DE7E-4172-A945-3121A86E91F0}" srcId="{DE51E28D-24C9-4535-810F-ED1B52C8C3B7}" destId="{D7C45483-38BA-4647-B287-B04A123FFE8F}" srcOrd="2" destOrd="0" parTransId="{CC86140C-1FD7-4D2C-B280-A56484EC4348}" sibTransId="{AFC6B064-6BA9-40C9-8529-F9DD4D057347}"/>
    <dgm:cxn modelId="{F10D16DF-04EC-4829-A088-745D1C36F277}" type="presOf" srcId="{DE51E28D-24C9-4535-810F-ED1B52C8C3B7}" destId="{802DDE5B-C1A4-4393-B065-31B8EFE55A63}" srcOrd="0" destOrd="0" presId="urn:microsoft.com/office/officeart/2018/5/layout/IconLeafLabelList"/>
    <dgm:cxn modelId="{879ECCF6-163A-49F0-AF44-8E1DE8722D1D}" type="presOf" srcId="{EF928257-B5B6-4BD0-B168-306B39B2AF72}" destId="{2FE602EB-04E7-480C-8DCA-2783CA980EBC}" srcOrd="0" destOrd="0" presId="urn:microsoft.com/office/officeart/2018/5/layout/IconLeafLabelList"/>
    <dgm:cxn modelId="{7EF9DC12-90EA-4BB7-9A34-D2363313ED4D}" type="presParOf" srcId="{802DDE5B-C1A4-4393-B065-31B8EFE55A63}" destId="{E5C75952-4B69-42EB-9CEA-39A572F09AB4}" srcOrd="0" destOrd="0" presId="urn:microsoft.com/office/officeart/2018/5/layout/IconLeafLabelList"/>
    <dgm:cxn modelId="{1113031F-FE38-47E8-95FC-D2CA8DFF25DA}" type="presParOf" srcId="{E5C75952-4B69-42EB-9CEA-39A572F09AB4}" destId="{A9D99637-B349-4494-B168-B4FB56E7B0B3}" srcOrd="0" destOrd="0" presId="urn:microsoft.com/office/officeart/2018/5/layout/IconLeafLabelList"/>
    <dgm:cxn modelId="{F4CFA7C0-C2DC-4E37-89E5-FF7D969C87DC}" type="presParOf" srcId="{E5C75952-4B69-42EB-9CEA-39A572F09AB4}" destId="{6A21EEA9-37FB-498A-A40D-5E557BD7B630}" srcOrd="1" destOrd="0" presId="urn:microsoft.com/office/officeart/2018/5/layout/IconLeafLabelList"/>
    <dgm:cxn modelId="{7FC9ADD2-1BDE-4CA9-B639-10A978B94ED5}" type="presParOf" srcId="{E5C75952-4B69-42EB-9CEA-39A572F09AB4}" destId="{CE2140F9-4C2F-44E2-BBAD-E7166C4DA094}" srcOrd="2" destOrd="0" presId="urn:microsoft.com/office/officeart/2018/5/layout/IconLeafLabelList"/>
    <dgm:cxn modelId="{DFCB2764-C6AF-4AFE-ABA6-FAC3E402474F}" type="presParOf" srcId="{E5C75952-4B69-42EB-9CEA-39A572F09AB4}" destId="{1C7A5376-2D70-4FC7-B0E5-63BFBADB63AA}" srcOrd="3" destOrd="0" presId="urn:microsoft.com/office/officeart/2018/5/layout/IconLeafLabelList"/>
    <dgm:cxn modelId="{02249F15-6F82-450A-85A2-5CA23996462F}" type="presParOf" srcId="{802DDE5B-C1A4-4393-B065-31B8EFE55A63}" destId="{C095B504-999A-4DB9-BDB2-51E8463394F6}" srcOrd="1" destOrd="0" presId="urn:microsoft.com/office/officeart/2018/5/layout/IconLeafLabelList"/>
    <dgm:cxn modelId="{55BCE7F0-39D3-46EE-A6D6-5C58FFC00D8D}" type="presParOf" srcId="{802DDE5B-C1A4-4393-B065-31B8EFE55A63}" destId="{D68C6624-4FF6-4789-873E-B3F3B83313C6}" srcOrd="2" destOrd="0" presId="urn:microsoft.com/office/officeart/2018/5/layout/IconLeafLabelList"/>
    <dgm:cxn modelId="{1C6B4A9D-E7D3-4CBD-B64A-83B60EC443B4}" type="presParOf" srcId="{D68C6624-4FF6-4789-873E-B3F3B83313C6}" destId="{E26B3C08-9EC3-44C5-B057-0EFF244DABA6}" srcOrd="0" destOrd="0" presId="urn:microsoft.com/office/officeart/2018/5/layout/IconLeafLabelList"/>
    <dgm:cxn modelId="{41E4CED2-41B9-4C15-8016-03B1D1A210E1}" type="presParOf" srcId="{D68C6624-4FF6-4789-873E-B3F3B83313C6}" destId="{689AF137-4D53-49AB-8CD4-C861019E807D}" srcOrd="1" destOrd="0" presId="urn:microsoft.com/office/officeart/2018/5/layout/IconLeafLabelList"/>
    <dgm:cxn modelId="{877D9C46-C238-4A5B-BFDD-AACCBF469B6B}" type="presParOf" srcId="{D68C6624-4FF6-4789-873E-B3F3B83313C6}" destId="{6D08B8DD-3716-4B6D-8E60-B16E5C3A128B}" srcOrd="2" destOrd="0" presId="urn:microsoft.com/office/officeart/2018/5/layout/IconLeafLabelList"/>
    <dgm:cxn modelId="{57DA700D-0369-4E06-8773-F874F1ACD1A2}" type="presParOf" srcId="{D68C6624-4FF6-4789-873E-B3F3B83313C6}" destId="{2FE602EB-04E7-480C-8DCA-2783CA980EBC}" srcOrd="3" destOrd="0" presId="urn:microsoft.com/office/officeart/2018/5/layout/IconLeafLabelList"/>
    <dgm:cxn modelId="{821E1F8A-0283-4509-A3DA-67F1D7A63A83}" type="presParOf" srcId="{802DDE5B-C1A4-4393-B065-31B8EFE55A63}" destId="{B7D16CFE-282E-426A-B976-BF3C6CAE14D0}" srcOrd="3" destOrd="0" presId="urn:microsoft.com/office/officeart/2018/5/layout/IconLeafLabelList"/>
    <dgm:cxn modelId="{7668622B-0E66-47F3-A2A1-4B0645B2F587}" type="presParOf" srcId="{802DDE5B-C1A4-4393-B065-31B8EFE55A63}" destId="{5111ADE6-6661-4205-9416-EF3D6CDA919F}" srcOrd="4" destOrd="0" presId="urn:microsoft.com/office/officeart/2018/5/layout/IconLeafLabelList"/>
    <dgm:cxn modelId="{A71D46CD-A1EF-4644-BDA9-19FF3703B2BD}" type="presParOf" srcId="{5111ADE6-6661-4205-9416-EF3D6CDA919F}" destId="{4E9D2ACE-691C-4275-B897-73903A0E1EE8}" srcOrd="0" destOrd="0" presId="urn:microsoft.com/office/officeart/2018/5/layout/IconLeafLabelList"/>
    <dgm:cxn modelId="{5BEEBB6E-6FF3-4A6A-ADAD-8AF334F313E1}" type="presParOf" srcId="{5111ADE6-6661-4205-9416-EF3D6CDA919F}" destId="{2033BE8B-32E5-4DC1-995C-EAFAA1B19EF5}" srcOrd="1" destOrd="0" presId="urn:microsoft.com/office/officeart/2018/5/layout/IconLeafLabelList"/>
    <dgm:cxn modelId="{7EC8A296-20E3-495F-8401-CF5E099CFD4D}" type="presParOf" srcId="{5111ADE6-6661-4205-9416-EF3D6CDA919F}" destId="{E635C880-8BDC-41A6-805D-72C97AD61602}" srcOrd="2" destOrd="0" presId="urn:microsoft.com/office/officeart/2018/5/layout/IconLeafLabelList"/>
    <dgm:cxn modelId="{6FABB1FD-D851-411E-A322-1E9F3BD079C6}" type="presParOf" srcId="{5111ADE6-6661-4205-9416-EF3D6CDA919F}" destId="{314E2CB7-68A1-4EBA-B89F-3803C3E4D02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A6A6EC-2B61-468F-A1C2-E1ACC118203A}">
      <dsp:nvSpPr>
        <dsp:cNvPr id="0" name=""/>
        <dsp:cNvSpPr/>
      </dsp:nvSpPr>
      <dsp:spPr>
        <a:xfrm>
          <a:off x="189082" y="8195"/>
          <a:ext cx="1323913" cy="132391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FCDB0D-5AC0-44DF-B5C5-2C2A0DC4CF08}">
      <dsp:nvSpPr>
        <dsp:cNvPr id="0" name=""/>
        <dsp:cNvSpPr/>
      </dsp:nvSpPr>
      <dsp:spPr>
        <a:xfrm>
          <a:off x="467104" y="286217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9FDDDE-883C-4AB3-B653-AE9290CE71C3}">
      <dsp:nvSpPr>
        <dsp:cNvPr id="0" name=""/>
        <dsp:cNvSpPr/>
      </dsp:nvSpPr>
      <dsp:spPr>
        <a:xfrm>
          <a:off x="1796691" y="8195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/>
            <a:t>Contexto ( Smart Travel): </a:t>
          </a:r>
          <a:r>
            <a:rPr lang="es-MX" sz="1400" kern="1200"/>
            <a:t>El viajero moderno busca maximizar su experiencia mediante stopovers (escalas de 24 a 72 horas).</a:t>
          </a:r>
          <a:endParaRPr lang="en-US" sz="1400" kern="1200"/>
        </a:p>
      </dsp:txBody>
      <dsp:txXfrm>
        <a:off x="1796691" y="8195"/>
        <a:ext cx="3120653" cy="1323913"/>
      </dsp:txXfrm>
    </dsp:sp>
    <dsp:sp modelId="{C354C6B9-5CB7-4E04-9ABD-6E3170C99EA2}">
      <dsp:nvSpPr>
        <dsp:cNvPr id="0" name=""/>
        <dsp:cNvSpPr/>
      </dsp:nvSpPr>
      <dsp:spPr>
        <a:xfrm>
          <a:off x="5461095" y="8195"/>
          <a:ext cx="1323913" cy="132391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7913CB-A02D-4672-BC7B-782B596BD4BD}">
      <dsp:nvSpPr>
        <dsp:cNvPr id="0" name=""/>
        <dsp:cNvSpPr/>
      </dsp:nvSpPr>
      <dsp:spPr>
        <a:xfrm>
          <a:off x="5739116" y="286217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5409D1-BE2A-493D-80FC-F0D0E0C7DB4A}">
      <dsp:nvSpPr>
        <dsp:cNvPr id="0" name=""/>
        <dsp:cNvSpPr/>
      </dsp:nvSpPr>
      <dsp:spPr>
        <a:xfrm>
          <a:off x="7068704" y="8195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/>
            <a:t>Identificación del Problema: </a:t>
          </a:r>
          <a:r>
            <a:rPr lang="es-MX" sz="1400" kern="1200"/>
            <a:t>Los motores de búsqueda convencionales operan bajo estructuras rígidas y carecen de algoritmos de optimización multidestino.</a:t>
          </a:r>
          <a:endParaRPr lang="en-US" sz="1400" kern="1200"/>
        </a:p>
      </dsp:txBody>
      <dsp:txXfrm>
        <a:off x="7068704" y="8195"/>
        <a:ext cx="3120653" cy="1323913"/>
      </dsp:txXfrm>
    </dsp:sp>
    <dsp:sp modelId="{BC44C0C9-448F-45B5-8A83-5BD9B6ABE923}">
      <dsp:nvSpPr>
        <dsp:cNvPr id="0" name=""/>
        <dsp:cNvSpPr/>
      </dsp:nvSpPr>
      <dsp:spPr>
        <a:xfrm>
          <a:off x="189082" y="1877792"/>
          <a:ext cx="1323913" cy="132391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C37DC6-6832-49DA-97D1-DE4C98B0EA1F}">
      <dsp:nvSpPr>
        <dsp:cNvPr id="0" name=""/>
        <dsp:cNvSpPr/>
      </dsp:nvSpPr>
      <dsp:spPr>
        <a:xfrm>
          <a:off x="467104" y="2155814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DB053B-9C87-439D-B66F-6D39641EC55F}">
      <dsp:nvSpPr>
        <dsp:cNvPr id="0" name=""/>
        <dsp:cNvSpPr/>
      </dsp:nvSpPr>
      <dsp:spPr>
        <a:xfrm>
          <a:off x="1796691" y="1877792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/>
            <a:t>Impacto Financiero (Anacillary Revenues): </a:t>
          </a:r>
          <a:r>
            <a:rPr lang="es-MX" sz="1400" kern="1200"/>
            <a:t>Alta volatilidad y falta de transparencia en restricciones contractuales de equipaje, provocando multas críticas e imprevistas.</a:t>
          </a:r>
          <a:endParaRPr lang="en-US" sz="1400" kern="1200"/>
        </a:p>
      </dsp:txBody>
      <dsp:txXfrm>
        <a:off x="1796691" y="1877792"/>
        <a:ext cx="3120653" cy="1323913"/>
      </dsp:txXfrm>
    </dsp:sp>
    <dsp:sp modelId="{5E26830A-3858-479D-8EEE-9F665E384DE2}">
      <dsp:nvSpPr>
        <dsp:cNvPr id="0" name=""/>
        <dsp:cNvSpPr/>
      </dsp:nvSpPr>
      <dsp:spPr>
        <a:xfrm>
          <a:off x="5461095" y="1877792"/>
          <a:ext cx="1323913" cy="132391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8C2241-D0C3-4741-A15F-040A682136B5}">
      <dsp:nvSpPr>
        <dsp:cNvPr id="0" name=""/>
        <dsp:cNvSpPr/>
      </dsp:nvSpPr>
      <dsp:spPr>
        <a:xfrm>
          <a:off x="5739116" y="2155814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C25D9E-F1BA-4E45-B76F-73998B751356}">
      <dsp:nvSpPr>
        <dsp:cNvPr id="0" name=""/>
        <dsp:cNvSpPr/>
      </dsp:nvSpPr>
      <dsp:spPr>
        <a:xfrm>
          <a:off x="7068704" y="1877792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/>
            <a:t>Afectados: </a:t>
          </a:r>
          <a:r>
            <a:rPr lang="es-MX" sz="1400" kern="1200"/>
            <a:t>Viajeros frecuentes nómadas digitales y turistas con presupuestos optimizados.</a:t>
          </a:r>
          <a:endParaRPr lang="en-US" sz="1400" kern="1200"/>
        </a:p>
      </dsp:txBody>
      <dsp:txXfrm>
        <a:off x="7068704" y="1877792"/>
        <a:ext cx="3120653" cy="13239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71F9C5-D3EE-4C0F-95BC-52F497215E94}">
      <dsp:nvSpPr>
        <dsp:cNvPr id="0" name=""/>
        <dsp:cNvSpPr/>
      </dsp:nvSpPr>
      <dsp:spPr>
        <a:xfrm>
          <a:off x="189082" y="8195"/>
          <a:ext cx="1323913" cy="132391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786799-EB9E-46BC-B8A6-F8BB8887E374}">
      <dsp:nvSpPr>
        <dsp:cNvPr id="0" name=""/>
        <dsp:cNvSpPr/>
      </dsp:nvSpPr>
      <dsp:spPr>
        <a:xfrm>
          <a:off x="467104" y="286217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ACB5DB-99D6-4D72-996B-DDE33F65B808}">
      <dsp:nvSpPr>
        <dsp:cNvPr id="0" name=""/>
        <dsp:cNvSpPr/>
      </dsp:nvSpPr>
      <dsp:spPr>
        <a:xfrm>
          <a:off x="1796691" y="8195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/>
            <a:t>Análisis y Requerimientos: </a:t>
          </a:r>
          <a:r>
            <a:rPr lang="es-MX" sz="1700" kern="1200"/>
            <a:t>Documentar requerimientos mediante Historias de Usuario bajo el marco Scrum.</a:t>
          </a:r>
          <a:endParaRPr lang="en-US" sz="1700" kern="1200"/>
        </a:p>
      </dsp:txBody>
      <dsp:txXfrm>
        <a:off x="1796691" y="8195"/>
        <a:ext cx="3120653" cy="1323913"/>
      </dsp:txXfrm>
    </dsp:sp>
    <dsp:sp modelId="{FA398D42-06DB-4D30-934C-29C1C92AFCDB}">
      <dsp:nvSpPr>
        <dsp:cNvPr id="0" name=""/>
        <dsp:cNvSpPr/>
      </dsp:nvSpPr>
      <dsp:spPr>
        <a:xfrm>
          <a:off x="5461095" y="8195"/>
          <a:ext cx="1323913" cy="132391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31BD74-D1EE-49BF-8831-F37DC7679820}">
      <dsp:nvSpPr>
        <dsp:cNvPr id="0" name=""/>
        <dsp:cNvSpPr/>
      </dsp:nvSpPr>
      <dsp:spPr>
        <a:xfrm>
          <a:off x="5739116" y="286217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79DC35-4C7C-4EB2-9689-70D995C1CD85}">
      <dsp:nvSpPr>
        <dsp:cNvPr id="0" name=""/>
        <dsp:cNvSpPr/>
      </dsp:nvSpPr>
      <dsp:spPr>
        <a:xfrm>
          <a:off x="7068704" y="8195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/>
            <a:t>Arquitectura de Software: </a:t>
          </a:r>
          <a:r>
            <a:rPr lang="es-MX" sz="1700" kern="1200"/>
            <a:t>Diseñar una arquitectura de software basada en n-capas utilizando FastAPI para la orquestación asíncrona de datos.</a:t>
          </a:r>
          <a:endParaRPr lang="en-US" sz="1700" kern="1200"/>
        </a:p>
      </dsp:txBody>
      <dsp:txXfrm>
        <a:off x="7068704" y="8195"/>
        <a:ext cx="3120653" cy="1323913"/>
      </dsp:txXfrm>
    </dsp:sp>
    <dsp:sp modelId="{3DE6BADE-7627-432A-8567-B26C401DC9DA}">
      <dsp:nvSpPr>
        <dsp:cNvPr id="0" name=""/>
        <dsp:cNvSpPr/>
      </dsp:nvSpPr>
      <dsp:spPr>
        <a:xfrm>
          <a:off x="189082" y="1877792"/>
          <a:ext cx="1323913" cy="132391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101E2F-B8E8-426E-AA16-AE1B9BA32229}">
      <dsp:nvSpPr>
        <dsp:cNvPr id="0" name=""/>
        <dsp:cNvSpPr/>
      </dsp:nvSpPr>
      <dsp:spPr>
        <a:xfrm>
          <a:off x="467104" y="2155814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E145F0-B2DB-42E4-A744-B0736643070B}">
      <dsp:nvSpPr>
        <dsp:cNvPr id="0" name=""/>
        <dsp:cNvSpPr/>
      </dsp:nvSpPr>
      <dsp:spPr>
        <a:xfrm>
          <a:off x="1796691" y="1877792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/>
            <a:t>Motor de Reglas: </a:t>
          </a:r>
          <a:r>
            <a:rPr lang="es-MX" sz="1700" kern="1200"/>
            <a:t>Implementar un motor de reglas que valide las dimensiones de equipaje frente a normativas vigentes de la IATA.</a:t>
          </a:r>
          <a:endParaRPr lang="en-US" sz="1700" kern="1200"/>
        </a:p>
      </dsp:txBody>
      <dsp:txXfrm>
        <a:off x="1796691" y="1877792"/>
        <a:ext cx="3120653" cy="1323913"/>
      </dsp:txXfrm>
    </dsp:sp>
    <dsp:sp modelId="{47B94351-AAA6-48C1-8BF5-0B7C967FCB6B}">
      <dsp:nvSpPr>
        <dsp:cNvPr id="0" name=""/>
        <dsp:cNvSpPr/>
      </dsp:nvSpPr>
      <dsp:spPr>
        <a:xfrm>
          <a:off x="5461095" y="1877792"/>
          <a:ext cx="1323913" cy="132391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6D55D3-E84F-4E27-942D-D02D4E1A5E30}">
      <dsp:nvSpPr>
        <dsp:cNvPr id="0" name=""/>
        <dsp:cNvSpPr/>
      </dsp:nvSpPr>
      <dsp:spPr>
        <a:xfrm>
          <a:off x="5739116" y="2155814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E9320A-1E61-4A59-80F4-5DEB6173F286}">
      <dsp:nvSpPr>
        <dsp:cNvPr id="0" name=""/>
        <dsp:cNvSpPr/>
      </dsp:nvSpPr>
      <dsp:spPr>
        <a:xfrm>
          <a:off x="7068704" y="1877792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/>
            <a:t>Validación Técnica: </a:t>
          </a:r>
          <a:r>
            <a:rPr lang="es-MX" sz="1700" kern="1200"/>
            <a:t>Validar la Solución mediante pruebas de integración con aerolíneas regionales.</a:t>
          </a:r>
          <a:endParaRPr lang="en-US" sz="1700" kern="1200"/>
        </a:p>
      </dsp:txBody>
      <dsp:txXfrm>
        <a:off x="7068704" y="1877792"/>
        <a:ext cx="3120653" cy="13239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77EA4E-330D-4889-B58C-9A971E274F66}">
      <dsp:nvSpPr>
        <dsp:cNvPr id="0" name=""/>
        <dsp:cNvSpPr/>
      </dsp:nvSpPr>
      <dsp:spPr>
        <a:xfrm>
          <a:off x="189082" y="8195"/>
          <a:ext cx="1323913" cy="132391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A48F4D-179C-4B06-AAE3-F070AA67425E}">
      <dsp:nvSpPr>
        <dsp:cNvPr id="0" name=""/>
        <dsp:cNvSpPr/>
      </dsp:nvSpPr>
      <dsp:spPr>
        <a:xfrm>
          <a:off x="467104" y="286217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661C41-66BD-4DBE-87B4-FE31FF4397E5}">
      <dsp:nvSpPr>
        <dsp:cNvPr id="0" name=""/>
        <dsp:cNvSpPr/>
      </dsp:nvSpPr>
      <dsp:spPr>
        <a:xfrm>
          <a:off x="1796691" y="8195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Propuesta de Valor: Optimizacin Inteligente de rutas stopover y un motor de reglas preventivo que traduce datos contractuales complejos en alertas visuales.</a:t>
          </a:r>
          <a:endParaRPr lang="en-US" sz="1700" kern="1200"/>
        </a:p>
      </dsp:txBody>
      <dsp:txXfrm>
        <a:off x="1796691" y="8195"/>
        <a:ext cx="3120653" cy="1323913"/>
      </dsp:txXfrm>
    </dsp:sp>
    <dsp:sp modelId="{9B891C0B-BB03-45F2-8840-393B5E01BD13}">
      <dsp:nvSpPr>
        <dsp:cNvPr id="0" name=""/>
        <dsp:cNvSpPr/>
      </dsp:nvSpPr>
      <dsp:spPr>
        <a:xfrm>
          <a:off x="5461095" y="8195"/>
          <a:ext cx="1323913" cy="132391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2585AE-95BF-4BD8-98E3-B1C2060CADB3}">
      <dsp:nvSpPr>
        <dsp:cNvPr id="0" name=""/>
        <dsp:cNvSpPr/>
      </dsp:nvSpPr>
      <dsp:spPr>
        <a:xfrm>
          <a:off x="5739116" y="286217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158BA0-1B9B-4EBE-A0A3-DDD9B7BC504D}">
      <dsp:nvSpPr>
        <dsp:cNvPr id="0" name=""/>
        <dsp:cNvSpPr/>
      </dsp:nvSpPr>
      <dsp:spPr>
        <a:xfrm>
          <a:off x="7068704" y="8195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Segmento: Nicho “Smart Travel” enfocado en eficiencia de tiempo y reducción de riesgos financieros.</a:t>
          </a:r>
          <a:endParaRPr lang="en-US" sz="1700" kern="1200"/>
        </a:p>
      </dsp:txBody>
      <dsp:txXfrm>
        <a:off x="7068704" y="8195"/>
        <a:ext cx="3120653" cy="1323913"/>
      </dsp:txXfrm>
    </dsp:sp>
    <dsp:sp modelId="{ADD421A3-403E-4DDA-BF7A-899F76277CCC}">
      <dsp:nvSpPr>
        <dsp:cNvPr id="0" name=""/>
        <dsp:cNvSpPr/>
      </dsp:nvSpPr>
      <dsp:spPr>
        <a:xfrm>
          <a:off x="189082" y="1877792"/>
          <a:ext cx="1323913" cy="132391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463B25-84A3-4815-83D9-90A18ED45294}">
      <dsp:nvSpPr>
        <dsp:cNvPr id="0" name=""/>
        <dsp:cNvSpPr/>
      </dsp:nvSpPr>
      <dsp:spPr>
        <a:xfrm>
          <a:off x="467104" y="2155814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DFBBAE-BE0E-4A24-9062-2A6F37D87F83}">
      <dsp:nvSpPr>
        <dsp:cNvPr id="0" name=""/>
        <dsp:cNvSpPr/>
      </dsp:nvSpPr>
      <dsp:spPr>
        <a:xfrm>
          <a:off x="1796691" y="1877792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Fuentes de Ingreso: Comisiones por referidos de aerolíneas/hoteles y modelo de suscripción Premium para alertas en tiempo real. </a:t>
          </a:r>
          <a:endParaRPr lang="en-US" sz="1700" kern="1200"/>
        </a:p>
      </dsp:txBody>
      <dsp:txXfrm>
        <a:off x="1796691" y="1877792"/>
        <a:ext cx="3120653" cy="1323913"/>
      </dsp:txXfrm>
    </dsp:sp>
    <dsp:sp modelId="{F6F17229-894B-4100-AC88-72F3F90A5D69}">
      <dsp:nvSpPr>
        <dsp:cNvPr id="0" name=""/>
        <dsp:cNvSpPr/>
      </dsp:nvSpPr>
      <dsp:spPr>
        <a:xfrm>
          <a:off x="5461095" y="1877792"/>
          <a:ext cx="1323913" cy="132391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18F686-ECBE-47EE-8D82-7D366DE9F424}">
      <dsp:nvSpPr>
        <dsp:cNvPr id="0" name=""/>
        <dsp:cNvSpPr/>
      </dsp:nvSpPr>
      <dsp:spPr>
        <a:xfrm>
          <a:off x="5739116" y="2155814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6305C0-816B-43F5-B5E2-1DFB6922CA1D}">
      <dsp:nvSpPr>
        <dsp:cNvPr id="0" name=""/>
        <dsp:cNvSpPr/>
      </dsp:nvSpPr>
      <dsp:spPr>
        <a:xfrm>
          <a:off x="7068704" y="1877792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Estructura de Costos: Infraestructura Cloud Serverless de AWS para minimizar costos fijos operativos. </a:t>
          </a:r>
          <a:endParaRPr lang="en-US" sz="1700" kern="1200"/>
        </a:p>
      </dsp:txBody>
      <dsp:txXfrm>
        <a:off x="7068704" y="1877792"/>
        <a:ext cx="3120653" cy="13239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7E94DB-7069-4A02-A732-0B4C6D682A18}">
      <dsp:nvSpPr>
        <dsp:cNvPr id="0" name=""/>
        <dsp:cNvSpPr/>
      </dsp:nvSpPr>
      <dsp:spPr>
        <a:xfrm>
          <a:off x="189082" y="8195"/>
          <a:ext cx="1323913" cy="132391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BD75C3-6B89-4FE8-9F3A-B7E0B8181CA1}">
      <dsp:nvSpPr>
        <dsp:cNvPr id="0" name=""/>
        <dsp:cNvSpPr/>
      </dsp:nvSpPr>
      <dsp:spPr>
        <a:xfrm>
          <a:off x="467104" y="286217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CE3BEA-C598-473E-9B47-C5C527FBD037}">
      <dsp:nvSpPr>
        <dsp:cNvPr id="0" name=""/>
        <dsp:cNvSpPr/>
      </dsp:nvSpPr>
      <dsp:spPr>
        <a:xfrm>
          <a:off x="1796691" y="8195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Marco de Trabajo: Metodología adaptativa Scrum (Ciclos/Sprints de dos semanas).</a:t>
          </a:r>
          <a:endParaRPr lang="en-US" sz="1700" kern="1200"/>
        </a:p>
      </dsp:txBody>
      <dsp:txXfrm>
        <a:off x="1796691" y="8195"/>
        <a:ext cx="3120653" cy="1323913"/>
      </dsp:txXfrm>
    </dsp:sp>
    <dsp:sp modelId="{C79D140F-EA87-4868-9D24-67D9D930B794}">
      <dsp:nvSpPr>
        <dsp:cNvPr id="0" name=""/>
        <dsp:cNvSpPr/>
      </dsp:nvSpPr>
      <dsp:spPr>
        <a:xfrm>
          <a:off x="5461095" y="8195"/>
          <a:ext cx="1323913" cy="132391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E91CAE-E957-4290-A9B2-E4DBBBD44A36}">
      <dsp:nvSpPr>
        <dsp:cNvPr id="0" name=""/>
        <dsp:cNvSpPr/>
      </dsp:nvSpPr>
      <dsp:spPr>
        <a:xfrm>
          <a:off x="5739116" y="286217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407931-71D9-48F1-965A-D8E97405EA79}">
      <dsp:nvSpPr>
        <dsp:cNvPr id="0" name=""/>
        <dsp:cNvSpPr/>
      </dsp:nvSpPr>
      <dsp:spPr>
        <a:xfrm>
          <a:off x="7068704" y="8195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Justificación Técnica: Alta volatilidad de las APIs de terceros y necesidad de validación incremental mediante prototipos funcionales.</a:t>
          </a:r>
          <a:endParaRPr lang="en-US" sz="1700" kern="1200"/>
        </a:p>
      </dsp:txBody>
      <dsp:txXfrm>
        <a:off x="7068704" y="8195"/>
        <a:ext cx="3120653" cy="1323913"/>
      </dsp:txXfrm>
    </dsp:sp>
    <dsp:sp modelId="{AFC127F0-4421-47A5-8E94-0C1EA666A872}">
      <dsp:nvSpPr>
        <dsp:cNvPr id="0" name=""/>
        <dsp:cNvSpPr/>
      </dsp:nvSpPr>
      <dsp:spPr>
        <a:xfrm>
          <a:off x="189082" y="1877792"/>
          <a:ext cx="1323913" cy="132391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EB1EEA-0AED-4983-BAD9-46663A8D2A11}">
      <dsp:nvSpPr>
        <dsp:cNvPr id="0" name=""/>
        <dsp:cNvSpPr/>
      </dsp:nvSpPr>
      <dsp:spPr>
        <a:xfrm>
          <a:off x="467104" y="2155814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61EBC6-05AA-49B8-A1F3-6DDF4C082439}">
      <dsp:nvSpPr>
        <dsp:cNvPr id="0" name=""/>
        <dsp:cNvSpPr/>
      </dsp:nvSpPr>
      <dsp:spPr>
        <a:xfrm>
          <a:off x="1796691" y="1877792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Duración: Ciclo de 18 semanas organizado por Hitos Académicos y Sprints de Desarrollo.</a:t>
          </a:r>
          <a:endParaRPr lang="en-US" sz="1700" kern="1200"/>
        </a:p>
      </dsp:txBody>
      <dsp:txXfrm>
        <a:off x="1796691" y="1877792"/>
        <a:ext cx="3120653" cy="1323913"/>
      </dsp:txXfrm>
    </dsp:sp>
    <dsp:sp modelId="{ED3CF92D-9C63-4912-BE67-A33237A254AF}">
      <dsp:nvSpPr>
        <dsp:cNvPr id="0" name=""/>
        <dsp:cNvSpPr/>
      </dsp:nvSpPr>
      <dsp:spPr>
        <a:xfrm>
          <a:off x="5461095" y="1877792"/>
          <a:ext cx="1323913" cy="132391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A87910-6634-434C-B002-D1CEAB274785}">
      <dsp:nvSpPr>
        <dsp:cNvPr id="0" name=""/>
        <dsp:cNvSpPr/>
      </dsp:nvSpPr>
      <dsp:spPr>
        <a:xfrm>
          <a:off x="5739116" y="2155814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DDBCD7-4384-43E7-8F45-C281F40B7590}">
      <dsp:nvSpPr>
        <dsp:cNvPr id="0" name=""/>
        <dsp:cNvSpPr/>
      </dsp:nvSpPr>
      <dsp:spPr>
        <a:xfrm>
          <a:off x="7068704" y="1877792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Equipo de Trabajo: 2 integrantes con rotación estratégica de roles (Jefe de Proyecto, Fullstack y Analista QA).</a:t>
          </a:r>
          <a:endParaRPr lang="en-US" sz="1700" kern="1200"/>
        </a:p>
      </dsp:txBody>
      <dsp:txXfrm>
        <a:off x="7068704" y="1877792"/>
        <a:ext cx="3120653" cy="132391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1FFC55-34A2-4492-B8CC-F475A3CF6E4D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6F42E5-E4C1-436E-8B51-F9CDA2F401BE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Capa de Presentación: Interfaz reactiva desarrollada en Vue.js 3 y Tailwind CSS con peticiones asíncronas via HTTPS/JSON.</a:t>
          </a:r>
          <a:endParaRPr lang="en-US" sz="1600" kern="1200"/>
        </a:p>
      </dsp:txBody>
      <dsp:txXfrm>
        <a:off x="378614" y="886531"/>
        <a:ext cx="2810360" cy="1744948"/>
      </dsp:txXfrm>
    </dsp:sp>
    <dsp:sp modelId="{A8251B73-6652-473D-BA64-5E755BCEF9B6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549CAB-4BC1-480B-B868-7FD1AAAE6EF3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Capa de Lógica de Negocio: FastAPI (Python), seleccionada por su soporte nativo par async/await, crucial para la orquestación concurrente de APIs externas sin bloquear el hilo principal.</a:t>
          </a:r>
          <a:endParaRPr lang="en-US" sz="1600" kern="1200"/>
        </a:p>
      </dsp:txBody>
      <dsp:txXfrm>
        <a:off x="3946203" y="886531"/>
        <a:ext cx="2810360" cy="1744948"/>
      </dsp:txXfrm>
    </dsp:sp>
    <dsp:sp modelId="{40277506-550F-4E50-9773-8949ADF450A1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15076A-67AB-455B-89BD-1B990289E4BB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Capa de Infraestructura: AWS API Gateway como proxy perimetral e integración nativa con funciones AWS Lambda.</a:t>
          </a:r>
          <a:endParaRPr lang="en-US" sz="1600" kern="1200"/>
        </a:p>
      </dsp:txBody>
      <dsp:txXfrm>
        <a:off x="7513791" y="886531"/>
        <a:ext cx="2810360" cy="174494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983773-8B79-4F76-8737-100C60B93498}">
      <dsp:nvSpPr>
        <dsp:cNvPr id="0" name=""/>
        <dsp:cNvSpPr/>
      </dsp:nvSpPr>
      <dsp:spPr>
        <a:xfrm>
          <a:off x="0" y="228850"/>
          <a:ext cx="10378440" cy="8751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/>
            <a:t>Capa de Persistencia: Amazon DynamoDB configurada en modelo de Tabla Única (Single Table Desing).</a:t>
          </a:r>
          <a:endParaRPr lang="en-US" sz="2200" kern="1200"/>
        </a:p>
      </dsp:txBody>
      <dsp:txXfrm>
        <a:off x="42722" y="271572"/>
        <a:ext cx="10292996" cy="789716"/>
      </dsp:txXfrm>
    </dsp:sp>
    <dsp:sp modelId="{66A78CAD-3314-49D8-B221-9C078ED283B9}">
      <dsp:nvSpPr>
        <dsp:cNvPr id="0" name=""/>
        <dsp:cNvSpPr/>
      </dsp:nvSpPr>
      <dsp:spPr>
        <a:xfrm>
          <a:off x="0" y="1167370"/>
          <a:ext cx="10378440" cy="87516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/>
            <a:t>Topología de Comunicaciones: Red bajo el paradigma de Confianza Cero (Zero Trust). Aislamiento total de recursos dentro de una AWS VPC (Red Privada Virtual).</a:t>
          </a:r>
          <a:endParaRPr lang="en-US" sz="2200" kern="1200"/>
        </a:p>
      </dsp:txBody>
      <dsp:txXfrm>
        <a:off x="42722" y="1210092"/>
        <a:ext cx="10292996" cy="789716"/>
      </dsp:txXfrm>
    </dsp:sp>
    <dsp:sp modelId="{A96C9E56-2657-4BD3-97AA-E01062DFD50E}">
      <dsp:nvSpPr>
        <dsp:cNvPr id="0" name=""/>
        <dsp:cNvSpPr/>
      </dsp:nvSpPr>
      <dsp:spPr>
        <a:xfrm>
          <a:off x="0" y="2105891"/>
          <a:ext cx="10378440" cy="87516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/>
            <a:t>Continuidad del Servicio: Despliegue distribuido de computo en Multi-AZ para asegurar un Uptime mínimo del 99.5%.</a:t>
          </a:r>
          <a:endParaRPr lang="en-US" sz="2200" kern="1200"/>
        </a:p>
      </dsp:txBody>
      <dsp:txXfrm>
        <a:off x="42722" y="2148613"/>
        <a:ext cx="10292996" cy="78971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D68BDA-7C07-43B4-9542-3378714CE3F8}">
      <dsp:nvSpPr>
        <dsp:cNvPr id="0" name=""/>
        <dsp:cNvSpPr/>
      </dsp:nvSpPr>
      <dsp:spPr>
        <a:xfrm>
          <a:off x="610470" y="7450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618AF8-09E3-4F41-9BB3-875D0A7464A3}">
      <dsp:nvSpPr>
        <dsp:cNvPr id="0" name=""/>
        <dsp:cNvSpPr/>
      </dsp:nvSpPr>
      <dsp:spPr>
        <a:xfrm>
          <a:off x="1012657" y="409638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EDDC00-9F7F-4DE8-9D00-13238DBF4DE9}">
      <dsp:nvSpPr>
        <dsp:cNvPr id="0" name=""/>
        <dsp:cNvSpPr/>
      </dsp:nvSpPr>
      <dsp:spPr>
        <a:xfrm>
          <a:off x="7188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100" kern="1200"/>
            <a:t>Procesamiento Asíncrono: Orquestación en paralelo mediante FastAPI y AWS Lambda.</a:t>
          </a:r>
          <a:endParaRPr lang="en-US" sz="1100" kern="1200"/>
        </a:p>
      </dsp:txBody>
      <dsp:txXfrm>
        <a:off x="7188" y="2482451"/>
        <a:ext cx="3093750" cy="720000"/>
      </dsp:txXfrm>
    </dsp:sp>
    <dsp:sp modelId="{688A5BB8-53DF-4F6C-96B4-61B8D162DA23}">
      <dsp:nvSpPr>
        <dsp:cNvPr id="0" name=""/>
        <dsp:cNvSpPr/>
      </dsp:nvSpPr>
      <dsp:spPr>
        <a:xfrm>
          <a:off x="4245626" y="7450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43B4E7-C135-4718-AE64-1142D76546BF}">
      <dsp:nvSpPr>
        <dsp:cNvPr id="0" name=""/>
        <dsp:cNvSpPr/>
      </dsp:nvSpPr>
      <dsp:spPr>
        <a:xfrm>
          <a:off x="4647813" y="409638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A5C38C-0371-45D8-8006-25DB279D5539}">
      <dsp:nvSpPr>
        <dsp:cNvPr id="0" name=""/>
        <dsp:cNvSpPr/>
      </dsp:nvSpPr>
      <dsp:spPr>
        <a:xfrm>
          <a:off x="3642345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100" kern="1200"/>
            <a:t>Persistencia NoSQL: Arquitectura de Tabla Única en Amazon DynamoDB.</a:t>
          </a:r>
          <a:endParaRPr lang="en-US" sz="1100" kern="1200"/>
        </a:p>
      </dsp:txBody>
      <dsp:txXfrm>
        <a:off x="3642345" y="2482451"/>
        <a:ext cx="3093750" cy="720000"/>
      </dsp:txXfrm>
    </dsp:sp>
    <dsp:sp modelId="{C57031A0-FC51-4B2B-B1A9-F4EA50BA8BC5}">
      <dsp:nvSpPr>
        <dsp:cNvPr id="0" name=""/>
        <dsp:cNvSpPr/>
      </dsp:nvSpPr>
      <dsp:spPr>
        <a:xfrm>
          <a:off x="7880782" y="7450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0D1A67-797D-49BA-B44A-913116961162}">
      <dsp:nvSpPr>
        <dsp:cNvPr id="0" name=""/>
        <dsp:cNvSpPr/>
      </dsp:nvSpPr>
      <dsp:spPr>
        <a:xfrm>
          <a:off x="8282970" y="409638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DDD01B-9F73-464E-9A23-068EF7A83DAB}">
      <dsp:nvSpPr>
        <dsp:cNvPr id="0" name=""/>
        <dsp:cNvSpPr/>
      </dsp:nvSpPr>
      <dsp:spPr>
        <a:xfrm>
          <a:off x="7277501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100" kern="1200"/>
            <a:t>Mitigación de Latencia: Caché temporal (Dynamo TTL) que optimiza rutas repetidas y garantiza respuestas en &lt; 5 segundos.</a:t>
          </a:r>
          <a:endParaRPr lang="en-US" sz="1100" kern="1200"/>
        </a:p>
      </dsp:txBody>
      <dsp:txXfrm>
        <a:off x="7277501" y="2482451"/>
        <a:ext cx="309375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0AA42D-6AB0-4FCC-81AA-65CCBDC60263}">
      <dsp:nvSpPr>
        <dsp:cNvPr id="0" name=""/>
        <dsp:cNvSpPr/>
      </dsp:nvSpPr>
      <dsp:spPr>
        <a:xfrm>
          <a:off x="0" y="391"/>
          <a:ext cx="10378440" cy="916890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59FA49-C254-40F7-8607-47EBC7D8976C}">
      <dsp:nvSpPr>
        <dsp:cNvPr id="0" name=""/>
        <dsp:cNvSpPr/>
      </dsp:nvSpPr>
      <dsp:spPr>
        <a:xfrm>
          <a:off x="277359" y="206692"/>
          <a:ext cx="504290" cy="5042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72CF55-04F7-415C-8B32-502D43697AE9}">
      <dsp:nvSpPr>
        <dsp:cNvPr id="0" name=""/>
        <dsp:cNvSpPr/>
      </dsp:nvSpPr>
      <dsp:spPr>
        <a:xfrm>
          <a:off x="1059009" y="391"/>
          <a:ext cx="9319430" cy="916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38" tIns="97038" rIns="97038" bIns="97038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/>
            <a:t>Protección de Datos: Cifrado AES-256 y cumplimiento estricto de la Ley N° 19.268.</a:t>
          </a:r>
          <a:endParaRPr lang="en-US" sz="2300" kern="1200"/>
        </a:p>
      </dsp:txBody>
      <dsp:txXfrm>
        <a:off x="1059009" y="391"/>
        <a:ext cx="9319430" cy="916890"/>
      </dsp:txXfrm>
    </dsp:sp>
    <dsp:sp modelId="{C4E389F5-36BF-4317-B801-EDD5226ABE05}">
      <dsp:nvSpPr>
        <dsp:cNvPr id="0" name=""/>
        <dsp:cNvSpPr/>
      </dsp:nvSpPr>
      <dsp:spPr>
        <a:xfrm>
          <a:off x="0" y="1146505"/>
          <a:ext cx="10378440" cy="916890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2C15AA-DA81-40FA-B372-B161098FB4D8}">
      <dsp:nvSpPr>
        <dsp:cNvPr id="0" name=""/>
        <dsp:cNvSpPr/>
      </dsp:nvSpPr>
      <dsp:spPr>
        <a:xfrm>
          <a:off x="277359" y="1352805"/>
          <a:ext cx="504290" cy="5042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D7170A-0C0A-452F-AB0D-2A008D0DC568}">
      <dsp:nvSpPr>
        <dsp:cNvPr id="0" name=""/>
        <dsp:cNvSpPr/>
      </dsp:nvSpPr>
      <dsp:spPr>
        <a:xfrm>
          <a:off x="1059009" y="1146505"/>
          <a:ext cx="9319430" cy="916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38" tIns="97038" rIns="97038" bIns="97038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/>
            <a:t>Seguridad Informática: Autenticación por roles con tokens JWT bajo la ley N° 21.459.</a:t>
          </a:r>
          <a:endParaRPr lang="en-US" sz="2300" kern="1200"/>
        </a:p>
      </dsp:txBody>
      <dsp:txXfrm>
        <a:off x="1059009" y="1146505"/>
        <a:ext cx="9319430" cy="916890"/>
      </dsp:txXfrm>
    </dsp:sp>
    <dsp:sp modelId="{82CB1BD0-DE81-4946-99E8-4E7508A07AA9}">
      <dsp:nvSpPr>
        <dsp:cNvPr id="0" name=""/>
        <dsp:cNvSpPr/>
      </dsp:nvSpPr>
      <dsp:spPr>
        <a:xfrm>
          <a:off x="0" y="2292619"/>
          <a:ext cx="10378440" cy="916890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F42BD4-798F-44A9-B398-269B9D061226}">
      <dsp:nvSpPr>
        <dsp:cNvPr id="0" name=""/>
        <dsp:cNvSpPr/>
      </dsp:nvSpPr>
      <dsp:spPr>
        <a:xfrm>
          <a:off x="277359" y="2498919"/>
          <a:ext cx="504290" cy="5042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148F89-0956-4EA2-8A2B-52BD42075B2C}">
      <dsp:nvSpPr>
        <dsp:cNvPr id="0" name=""/>
        <dsp:cNvSpPr/>
      </dsp:nvSpPr>
      <dsp:spPr>
        <a:xfrm>
          <a:off x="1059009" y="2292619"/>
          <a:ext cx="9319430" cy="916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38" tIns="97038" rIns="97038" bIns="97038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/>
            <a:t>Cumplimiento Aeronáutico: Consistencia lógica basada en regulaciones internacionales (IATA 753 / OACI 9284).</a:t>
          </a:r>
          <a:endParaRPr lang="en-US" sz="2300" kern="1200"/>
        </a:p>
      </dsp:txBody>
      <dsp:txXfrm>
        <a:off x="1059009" y="2292619"/>
        <a:ext cx="9319430" cy="91689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D99637-B349-4494-B168-B4FB56E7B0B3}">
      <dsp:nvSpPr>
        <dsp:cNvPr id="0" name=""/>
        <dsp:cNvSpPr/>
      </dsp:nvSpPr>
      <dsp:spPr>
        <a:xfrm>
          <a:off x="610470" y="7450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21EEA9-37FB-498A-A40D-5E557BD7B630}">
      <dsp:nvSpPr>
        <dsp:cNvPr id="0" name=""/>
        <dsp:cNvSpPr/>
      </dsp:nvSpPr>
      <dsp:spPr>
        <a:xfrm>
          <a:off x="1012657" y="409638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7A5376-2D70-4FC7-B0E5-63BFBADB63AA}">
      <dsp:nvSpPr>
        <dsp:cNvPr id="0" name=""/>
        <dsp:cNvSpPr/>
      </dsp:nvSpPr>
      <dsp:spPr>
        <a:xfrm>
          <a:off x="7188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100" kern="1200"/>
            <a:t>Planificación Scrum: Capacidad de 35 Story Points por Sprint, asegurando holgura en los 4 Sprints del proyecto. </a:t>
          </a:r>
          <a:endParaRPr lang="en-US" sz="1100" kern="1200"/>
        </a:p>
      </dsp:txBody>
      <dsp:txXfrm>
        <a:off x="7188" y="2482451"/>
        <a:ext cx="3093750" cy="720000"/>
      </dsp:txXfrm>
    </dsp:sp>
    <dsp:sp modelId="{E26B3C08-9EC3-44C5-B057-0EFF244DABA6}">
      <dsp:nvSpPr>
        <dsp:cNvPr id="0" name=""/>
        <dsp:cNvSpPr/>
      </dsp:nvSpPr>
      <dsp:spPr>
        <a:xfrm>
          <a:off x="4245626" y="7450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9AF137-4D53-49AB-8CD4-C861019E807D}">
      <dsp:nvSpPr>
        <dsp:cNvPr id="0" name=""/>
        <dsp:cNvSpPr/>
      </dsp:nvSpPr>
      <dsp:spPr>
        <a:xfrm>
          <a:off x="4647813" y="409638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E602EB-04E7-480C-8DCA-2783CA980EBC}">
      <dsp:nvSpPr>
        <dsp:cNvPr id="0" name=""/>
        <dsp:cNvSpPr/>
      </dsp:nvSpPr>
      <dsp:spPr>
        <a:xfrm>
          <a:off x="3642345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100" kern="1200"/>
            <a:t>Validación de Datos: Uso de Pydantic en el backend, reduciendo en un 30% los errores de código en integración. </a:t>
          </a:r>
          <a:endParaRPr lang="en-US" sz="1100" kern="1200"/>
        </a:p>
      </dsp:txBody>
      <dsp:txXfrm>
        <a:off x="3642345" y="2482451"/>
        <a:ext cx="3093750" cy="720000"/>
      </dsp:txXfrm>
    </dsp:sp>
    <dsp:sp modelId="{4E9D2ACE-691C-4275-B897-73903A0E1EE8}">
      <dsp:nvSpPr>
        <dsp:cNvPr id="0" name=""/>
        <dsp:cNvSpPr/>
      </dsp:nvSpPr>
      <dsp:spPr>
        <a:xfrm>
          <a:off x="7880782" y="7450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33BE8B-32E5-4DC1-995C-EAFAA1B19EF5}">
      <dsp:nvSpPr>
        <dsp:cNvPr id="0" name=""/>
        <dsp:cNvSpPr/>
      </dsp:nvSpPr>
      <dsp:spPr>
        <a:xfrm>
          <a:off x="8282970" y="409638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4E2CB7-68A1-4EBA-B89F-3803C3E4D027}">
      <dsp:nvSpPr>
        <dsp:cNvPr id="0" name=""/>
        <dsp:cNvSpPr/>
      </dsp:nvSpPr>
      <dsp:spPr>
        <a:xfrm>
          <a:off x="7277501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100" kern="1200"/>
            <a:t>Control de Entorno: Simulación interna (Mocks) de APIs externas para resguardar las cuotas de prueba de Amadeus.</a:t>
          </a:r>
          <a:endParaRPr lang="en-US" sz="1100" kern="1200"/>
        </a:p>
      </dsp:txBody>
      <dsp:txXfrm>
        <a:off x="7277501" y="2482451"/>
        <a:ext cx="3093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F30722-75C9-4195-8430-535F45F18992}" type="datetimeFigureOut">
              <a:rPr lang="es-CL" smtClean="0"/>
              <a:t>17-06-2026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8B761-7B65-4208-A7E5-E4B223603D5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3167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8B761-7B65-4208-A7E5-E4B223603D5A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22298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DE501C-182D-75A8-3893-874E5C5F9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DF40DF-1192-3634-DF5F-939544632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DF9C1D-FC59-5614-67D1-BD7195866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8347-43FA-4E10-AA53-25C075FD11C7}" type="datetimeFigureOut">
              <a:rPr lang="es-CL" smtClean="0"/>
              <a:t>17-06-2026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226153-F8F4-3480-CE18-2BB47A29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AE5AEC-D4C9-7264-9663-2D305601C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3F231-5AF9-4656-B573-D30CF0DF3D4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1123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45A17E-D03F-7798-4262-3AB0BE8FB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150509-591C-6630-0FDC-D26279833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751283-168A-6ACD-76ED-10A018894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8347-43FA-4E10-AA53-25C075FD11C7}" type="datetimeFigureOut">
              <a:rPr lang="es-CL" smtClean="0"/>
              <a:t>17-06-2026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37969A-B9A5-4087-9E61-34D2167FD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CE8EFB-DDB0-8E7D-A3B6-DD0A5680C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3F231-5AF9-4656-B573-D30CF0DF3D4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30416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DC98F4-A2F4-057A-BFBC-F1456CAF0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1DA228A-C6E9-1885-B54D-67F65B41F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F2A62-826C-89B7-C480-DD3CC0772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8347-43FA-4E10-AA53-25C075FD11C7}" type="datetimeFigureOut">
              <a:rPr lang="es-CL" smtClean="0"/>
              <a:t>17-06-2026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97DA33-34C8-E0D4-3521-7EBC68FC8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7042A9-73F8-BE8B-7C92-206A55151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3F231-5AF9-4656-B573-D30CF0DF3D4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7295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DAB3CC-E663-51F3-E087-5540CE4C2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493652-6C10-A4F4-46EB-76D0FAE72A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15B0DB1-3F72-68B3-F3F4-2D6AEB8E1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DDDB01-6D23-AB3A-2D8A-335A5627C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8347-43FA-4E10-AA53-25C075FD11C7}" type="datetimeFigureOut">
              <a:rPr lang="es-CL" smtClean="0"/>
              <a:t>17-06-2026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03EEF2-C831-86DD-814E-A6B58EB82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DE424A-8316-DC20-C093-004A242FB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3F231-5AF9-4656-B573-D30CF0DF3D4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67961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7E46CE-D78F-5B7F-2945-4CB88714D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780F3A-A3B1-63C7-744C-40DC52E35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C3DEE21-EA1D-30D6-3B23-FF579FA64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7DFDDA4-CEBA-C6C7-8A67-A53D1829D1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7331BD9-2CF6-EE84-6447-D6E10852FF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903773A-5D18-AA46-70C7-ABAB4A4C5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8347-43FA-4E10-AA53-25C075FD11C7}" type="datetimeFigureOut">
              <a:rPr lang="es-CL" smtClean="0"/>
              <a:t>17-06-2026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ACB887F-9F8D-846C-82BC-8C9F2E499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D64DD03-334A-62A8-2F9D-347A18C24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3F231-5AF9-4656-B573-D30CF0DF3D4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36406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0FB400-8506-14B8-A1F8-FA0EDE35D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203EB5-1789-A32B-7994-871D3FBB1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8347-43FA-4E10-AA53-25C075FD11C7}" type="datetimeFigureOut">
              <a:rPr lang="es-CL" smtClean="0"/>
              <a:t>17-06-2026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5B4DDA-FB24-FD2D-ABD0-458EECF82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DFED009-8319-D30D-B2FB-DDF09646C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3F231-5AF9-4656-B573-D30CF0DF3D4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30524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C472536-1C55-1147-9026-B8E33368A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8347-43FA-4E10-AA53-25C075FD11C7}" type="datetimeFigureOut">
              <a:rPr lang="es-CL" smtClean="0"/>
              <a:t>17-06-2026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CF93D51-B110-B3B5-4DC4-938FD718F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E6E85A-1611-3E83-D5A2-F41942A5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3F231-5AF9-4656-B573-D30CF0DF3D4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3370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00990-ABC6-0D35-95CA-0D516B057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55BE22-96DF-8789-1C6B-0E82DC23D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49636FA-C619-5167-8078-DB05C5B3A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60524D-41CA-4162-837A-BA4B82747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8347-43FA-4E10-AA53-25C075FD11C7}" type="datetimeFigureOut">
              <a:rPr lang="es-CL" smtClean="0"/>
              <a:t>17-06-2026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F57EC3-4B0B-2BA0-3090-0B7D2BAA6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34E5D8-9A13-27AE-B43E-27348AF0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3F231-5AF9-4656-B573-D30CF0DF3D4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06122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2594B-FE16-E9CF-65BB-83E4BFA8B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3DCF581-7DAA-1686-8699-A4487A3AB7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E4176C2-EA5B-8AFF-58C1-F007FBC24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06ABBB7-CE38-E61D-F3AD-B5571BC01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8347-43FA-4E10-AA53-25C075FD11C7}" type="datetimeFigureOut">
              <a:rPr lang="es-CL" smtClean="0"/>
              <a:t>17-06-2026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8D4F46-2588-07CF-AC77-1198DCAC4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B5681A4-AAA3-E828-A6DF-46C287BE2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3F231-5AF9-4656-B573-D30CF0DF3D4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78794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0DFE53-F78C-DE95-DF17-CC17BB86A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DA2FD99-1AE2-EDD1-7932-7674E4412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7FD001-387B-B4CF-8576-5E2C2D1A1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8347-43FA-4E10-AA53-25C075FD11C7}" type="datetimeFigureOut">
              <a:rPr lang="es-CL" smtClean="0"/>
              <a:t>17-06-2026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EB867B-6DAB-A6D2-CF8C-D1E29A862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07F3BC-E5B9-18E3-85DE-54B2CC57A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3F231-5AF9-4656-B573-D30CF0DF3D4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96050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DE99ABD-B650-6C32-16C8-A4802BDE8A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B7C441-73AF-5CFD-339B-28E38BC45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AA4707-D6F8-717D-69DB-CCF4C25B6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8347-43FA-4E10-AA53-25C075FD11C7}" type="datetimeFigureOut">
              <a:rPr lang="es-CL" smtClean="0"/>
              <a:t>17-06-2026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DECCFF-BFF1-2A05-D642-91311454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5C039F-541C-DECC-3462-ED71F9EF1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3F231-5AF9-4656-B573-D30CF0DF3D4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6517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Logo Universidad INACAP-Hor-1.jpg" descr="Logo Universidad INACAP-Hor-1.jp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28755" y="2795452"/>
            <a:ext cx="2433069" cy="809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Imagen 4" descr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4530244"/>
            <a:ext cx="12192000" cy="23277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Imagen 4" descr="Imagen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832829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314885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B79A7F-75C9-08D7-55B9-00A50AD03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C181BE1-D853-CACE-4FC6-F2A89A233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F633A8-42A3-6B1D-EF08-813EF5198C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DF8347-43FA-4E10-AA53-25C075FD11C7}" type="datetimeFigureOut">
              <a:rPr lang="es-CL" smtClean="0"/>
              <a:t>17-06-2026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FEF128-8D48-6C44-CF09-BBF40F51F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3D3CC9-6E90-66BD-CB3A-66C595743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93F231-5AF9-4656-B573-D30CF0DF3D4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3173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n 9" descr="Vuelos Avion Imágenes, Fotos y Fondos de pantalla para Descargar Gratis">
            <a:extLst>
              <a:ext uri="{FF2B5EF4-FFF2-40B4-BE49-F238E27FC236}">
                <a16:creationId xmlns:a16="http://schemas.microsoft.com/office/drawing/2014/main" id="{36CF4CFA-817E-24B3-8441-6BA7878ED3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32" r="10750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8859C7-C1CF-9470-4B79-88F1EF0A1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833" y="2994885"/>
            <a:ext cx="7538216" cy="3680187"/>
          </a:xfrm>
          <a:noFill/>
        </p:spPr>
        <p:txBody>
          <a:bodyPr>
            <a:normAutofit/>
          </a:bodyPr>
          <a:lstStyle/>
          <a:p>
            <a:r>
              <a:rPr lang="es-CL" sz="5400" b="1" dirty="0">
                <a:solidFill>
                  <a:srgbClr val="C00000"/>
                </a:solidFill>
              </a:rPr>
              <a:t>Defensa Proyecto de Título</a:t>
            </a:r>
            <a:br>
              <a:rPr lang="es-CL" sz="2500" b="1" dirty="0">
                <a:solidFill>
                  <a:srgbClr val="C00000"/>
                </a:solidFill>
              </a:rPr>
            </a:br>
            <a:r>
              <a:rPr lang="es-CL" sz="4400" b="1" dirty="0" err="1">
                <a:solidFill>
                  <a:srgbClr val="FFFF00"/>
                </a:solidFill>
              </a:rPr>
              <a:t>SmartStop</a:t>
            </a:r>
            <a:br>
              <a:rPr lang="es-CL" sz="2500" dirty="0">
                <a:solidFill>
                  <a:srgbClr val="FFFF00"/>
                </a:solidFill>
              </a:rPr>
            </a:br>
            <a:r>
              <a:rPr lang="es-MX" sz="2500" i="1" dirty="0">
                <a:solidFill>
                  <a:srgbClr val="FFFF00"/>
                </a:solidFill>
              </a:rPr>
              <a:t>Plataforma de Optimización de Itinerarios Multidestino y Prevención de Riesgos de Equipaje</a:t>
            </a:r>
            <a:br>
              <a:rPr lang="es-CL" sz="2500" dirty="0"/>
            </a:br>
            <a:endParaRPr lang="es-CL" sz="25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2DC59C-F55D-C51D-F740-A1BDCC768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8389" y="4347452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s-MX" b="1" dirty="0"/>
              <a:t>Elias Al-Alam</a:t>
            </a:r>
          </a:p>
          <a:p>
            <a:pPr algn="l"/>
            <a:r>
              <a:rPr lang="es-MX" b="1" dirty="0"/>
              <a:t>Christian Jara</a:t>
            </a:r>
          </a:p>
          <a:p>
            <a:pPr algn="l"/>
            <a:r>
              <a:rPr lang="es-MX" b="1" dirty="0"/>
              <a:t>Fecha: 08-07-2026</a:t>
            </a:r>
            <a:endParaRPr lang="es-CL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2B7006E-B438-13AD-7D85-3984272D9CB4}"/>
              </a:ext>
            </a:extLst>
          </p:cNvPr>
          <p:cNvSpPr txBox="1"/>
          <p:nvPr/>
        </p:nvSpPr>
        <p:spPr>
          <a:xfrm>
            <a:off x="8118389" y="6114553"/>
            <a:ext cx="3929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MX" sz="2400" b="1" dirty="0"/>
              <a:t>José Luis Martínez Opazo</a:t>
            </a:r>
            <a:endParaRPr lang="es-CL" sz="2400" b="1" dirty="0"/>
          </a:p>
        </p:txBody>
      </p:sp>
      <p:pic>
        <p:nvPicPr>
          <p:cNvPr id="18" name="Imagen 17" descr="INACAP liderará el Observatorio Laboral de la Región ...">
            <a:extLst>
              <a:ext uri="{FF2B5EF4-FFF2-40B4-BE49-F238E27FC236}">
                <a16:creationId xmlns:a16="http://schemas.microsoft.com/office/drawing/2014/main" id="{FC9A15BE-2C51-98DC-0E03-90B63BE54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390" y="281782"/>
            <a:ext cx="3710610" cy="123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67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9438C5-4130-F4B4-FBEE-F381D4472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MX" sz="4000"/>
              <a:t>Índice de Contenidos</a:t>
            </a:r>
            <a:endParaRPr lang="es-CL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C3E40E-092C-94CA-0A0F-DCD845B8F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 lnSpcReduction="10000"/>
          </a:bodyPr>
          <a:lstStyle/>
          <a:p>
            <a:pPr marL="514350" indent="-514350"/>
            <a:r>
              <a:rPr lang="es-CL" sz="1600" dirty="0">
                <a:latin typeface="+mn-lt"/>
              </a:rPr>
              <a:t>Análisis de la problemática (Identificación del problema, Afectados e interesados en el proyecto)</a:t>
            </a:r>
          </a:p>
          <a:p>
            <a:pPr marL="514350" indent="-514350"/>
            <a:r>
              <a:rPr lang="es-CL" sz="1600" dirty="0">
                <a:latin typeface="+mn-lt"/>
              </a:rPr>
              <a:t>Análisis de la Solución (Alcance y restricciones, Procesos de negocio involucrados)</a:t>
            </a:r>
          </a:p>
          <a:p>
            <a:pPr marL="514350" indent="-514350"/>
            <a:r>
              <a:rPr lang="es-CL" sz="1600" dirty="0">
                <a:latin typeface="+mn-lt"/>
              </a:rPr>
              <a:t>Objetivos el Proyecto (Objetivo general y Objetivos Específicos).</a:t>
            </a:r>
          </a:p>
          <a:p>
            <a:pPr marL="514350" indent="-514350"/>
            <a:r>
              <a:rPr lang="es-CL" sz="1600" dirty="0">
                <a:latin typeface="+mn-lt"/>
              </a:rPr>
              <a:t>Análisis Técnico (Metodología de Desarrollo, Diseño de Arquitectura, Diseño de Infraestructura).</a:t>
            </a:r>
          </a:p>
          <a:p>
            <a:pPr marL="514350" lvl="1" indent="-514350" defTabSz="457200">
              <a:spcBef>
                <a:spcPct val="0"/>
              </a:spcBef>
            </a:pPr>
            <a:r>
              <a:rPr lang="es-CL" sz="1600" dirty="0"/>
              <a:t>Análisis de sustentabilidad  de Factibilidades.</a:t>
            </a:r>
          </a:p>
          <a:p>
            <a:pPr marL="514350" lvl="1" indent="-514350" defTabSz="457200">
              <a:spcBef>
                <a:spcPct val="0"/>
              </a:spcBef>
            </a:pPr>
            <a:r>
              <a:rPr lang="es-CL" sz="1600" dirty="0"/>
              <a:t>Conclusiones</a:t>
            </a:r>
          </a:p>
          <a:p>
            <a:pPr marL="514350" lvl="1" indent="-514350" defTabSz="457200">
              <a:spcBef>
                <a:spcPct val="0"/>
              </a:spcBef>
            </a:pPr>
            <a:r>
              <a:rPr lang="es-CL" sz="1600" dirty="0"/>
              <a:t>Presentación del Software.</a:t>
            </a:r>
          </a:p>
          <a:p>
            <a:endParaRPr lang="es-CL" sz="1600" dirty="0"/>
          </a:p>
        </p:txBody>
      </p:sp>
      <p:pic>
        <p:nvPicPr>
          <p:cNvPr id="5" name="Picture 4" descr="Escritorio con elementos de productividad">
            <a:extLst>
              <a:ext uri="{FF2B5EF4-FFF2-40B4-BE49-F238E27FC236}">
                <a16:creationId xmlns:a16="http://schemas.microsoft.com/office/drawing/2014/main" id="{C41C86B0-D15B-C1DF-A635-18D00F16AA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25" r="12675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pic>
        <p:nvPicPr>
          <p:cNvPr id="4" name="Imagen 3" descr="INACAP liderará el Observatorio Laboral de la Región ...">
            <a:extLst>
              <a:ext uri="{FF2B5EF4-FFF2-40B4-BE49-F238E27FC236}">
                <a16:creationId xmlns:a16="http://schemas.microsoft.com/office/drawing/2014/main" id="{9DDE5BB5-DCD9-CEC3-3047-F1D106F1C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693" y="5621131"/>
            <a:ext cx="3710610" cy="123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75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924871-B1E3-E3FF-C478-853C08C03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s-MX" sz="4800"/>
              <a:t>ANÁLISIS DE LA PROBLEMATICA</a:t>
            </a:r>
            <a:endParaRPr lang="es-CL" sz="480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C703EA1-004C-85DB-CEF6-4F3E83E0AD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0665934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1104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236C8E-9B74-E93B-0DB3-3190E8523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MX" sz="4000"/>
              <a:t>OBJETIVOS DEL PROYECTO</a:t>
            </a:r>
            <a:endParaRPr lang="es-CL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E5DF5F-E2C6-F538-96A6-2C1A18548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MX" sz="2000" b="1"/>
              <a:t>OBJETIVO GENERAL: </a:t>
            </a:r>
            <a:r>
              <a:rPr lang="es-MX" sz="2000"/>
              <a:t>Desarrollar una plataforma web interactiva para la optimización de stopovers mediante la integración de APIs de agregadores de vuelos y un motor de reglas preventivo, reduciendo costos logísticos y evitando multas aeroportuarias.</a:t>
            </a:r>
          </a:p>
          <a:p>
            <a:pPr marL="0" indent="0">
              <a:buNone/>
            </a:pPr>
            <a:endParaRPr lang="es-CL" sz="2000"/>
          </a:p>
        </p:txBody>
      </p:sp>
      <p:pic>
        <p:nvPicPr>
          <p:cNvPr id="4" name="Imagen 3" descr="HD wallpaper: avion, comercial, nubes | WallpaperFlare">
            <a:extLst>
              <a:ext uri="{FF2B5EF4-FFF2-40B4-BE49-F238E27FC236}">
                <a16:creationId xmlns:a16="http://schemas.microsoft.com/office/drawing/2014/main" id="{768FB2B3-1819-A966-C8E9-211694C310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776" r="27168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079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9" name="Rectangle 3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3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695EC8A-498A-AEEB-4754-719FC8775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s-MX" sz="4800" b="1"/>
              <a:t>OBJETIVOS ESPECÍFICOS</a:t>
            </a:r>
            <a:endParaRPr lang="es-CL" sz="480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D035671B-FE35-8492-06B2-8031773D56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263180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613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0F6E8C-8B5D-6F3C-BFEF-4B2E06D44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s-MX" sz="4800"/>
              <a:t>ANÁLISIS DE LA SOLUCIÓN</a:t>
            </a:r>
            <a:endParaRPr lang="es-CL" sz="480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F7477F06-4434-51A1-E6A9-AFFB4DD9D6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0617121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5683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000DCE-D4EB-DE3C-789A-C33274354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s-MX" sz="4800"/>
              <a:t>Metodología de Desarrollo</a:t>
            </a:r>
            <a:endParaRPr lang="es-CL" sz="480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Marcador de contenido 2">
            <a:extLst>
              <a:ext uri="{FF2B5EF4-FFF2-40B4-BE49-F238E27FC236}">
                <a16:creationId xmlns:a16="http://schemas.microsoft.com/office/drawing/2014/main" id="{A13F2567-2A37-63A6-4B00-9C38C9D18A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5766297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1497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F3C4960-7637-39F6-A7CE-317B2D983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s-MX" sz="4800"/>
              <a:t>Diseño de Arquitectura TI (n-Capas)</a:t>
            </a:r>
            <a:endParaRPr lang="es-CL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08A154D1-CAF6-B6C3-E763-852174E058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150815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3099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D30BCE-95C3-3E56-D766-4C1D227D2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s-MX" sz="4800"/>
              <a:t>Diseño de Infraestructura y Persistencia de Datos</a:t>
            </a:r>
            <a:endParaRPr lang="es-CL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974C8889-CF9F-DF97-C247-F06484C33C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170486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7848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AEE2C6-E140-3A88-98CD-5614194E6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s-MX" sz="4800"/>
              <a:t>ANÁLISIS DE SUSTENTABILIDAD – FACTIBILIDAD TECNICA</a:t>
            </a:r>
            <a:endParaRPr lang="es-CL" sz="480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FFECEDBD-1E33-6A68-B65B-952CF0D0D3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0883769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6115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2BE1F32-5B6C-DA63-058E-471BBA576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s-MX" sz="4800"/>
              <a:t>FACTIBILIDAD LEGAL</a:t>
            </a:r>
            <a:endParaRPr lang="es-CL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066AD021-E3F6-B959-F0E9-DA44FF6C86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203742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5129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448368-26B4-1A27-2CFA-D1DEE8DF6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s-MX" sz="4800" dirty="0"/>
              <a:t>FACTIBILIDAD IMPLEMENTATIVA	</a:t>
            </a:r>
            <a:endParaRPr lang="es-CL" sz="4800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Marcador de contenido 2">
            <a:extLst>
              <a:ext uri="{FF2B5EF4-FFF2-40B4-BE49-F238E27FC236}">
                <a16:creationId xmlns:a16="http://schemas.microsoft.com/office/drawing/2014/main" id="{9DD1999D-1390-29C0-1249-9C83098C9C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8223163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4232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7439C00-69D7-63B9-F94E-ADE4D53EE9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85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581CBAE-E637-E721-3524-5F849772D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42595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FACTIBILIDAD ECÓNOMICA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35069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4356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5571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E8C043A-93E6-0CE7-4FDE-D22F3FCA4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MX" sz="4800" b="1"/>
              <a:t>CONCLUSIONES </a:t>
            </a:r>
            <a:endParaRPr lang="es-CL" sz="4800" b="1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1BD66D-ACB7-65A9-AA52-83268D545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s-MX" sz="2000"/>
              <a:t>Viabilidad Multidimensional: Confirmada la viabilidad técnica (rendimiento asíncrono), legal(cumplimiento de la Ley N° 19.628 e ISO 27001) e implementativa (desarrollo ágil bajo Scrum).</a:t>
            </a:r>
          </a:p>
          <a:p>
            <a:r>
              <a:rPr lang="es-MX" sz="2000"/>
              <a:t>Gobernanza y Resiliencia: Arquitectura Serverless que mitiga la complejidad algorítmica, garantiza un Uptime del 99.5% y elimina costos fijos indexando el gasto al uso real del negocio.</a:t>
            </a:r>
          </a:p>
          <a:p>
            <a:r>
              <a:rPr lang="es-MX" sz="2000"/>
              <a:t>Veredicto Económico: Modelo de negocio SaaS altamente rentable, sostenible en el tiempo y con un elevado margen de seguridad operativo. </a:t>
            </a:r>
          </a:p>
          <a:p>
            <a:r>
              <a:rPr lang="es-MX" sz="2000"/>
              <a:t>Indicadores Financieros Clave:</a:t>
            </a:r>
            <a:r>
              <a:rPr lang="es-CL" sz="2000"/>
              <a:t> VAN: 44.310.223 CLP y TIR 34%.</a:t>
            </a:r>
            <a:endParaRPr lang="es-MX" sz="20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744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877</Words>
  <Application>Microsoft Office PowerPoint</Application>
  <PresentationFormat>Panorámica</PresentationFormat>
  <Paragraphs>62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de Office</vt:lpstr>
      <vt:lpstr>Defensa Proyecto de Título SmartStop Plataforma de Optimización de Itinerarios Multidestino y Prevención de Riesgos de Equipaje </vt:lpstr>
      <vt:lpstr>Índice de Contenidos</vt:lpstr>
      <vt:lpstr>ANÁLISIS DE LA PROBLEMATICA</vt:lpstr>
      <vt:lpstr>OBJETIVOS DEL PROYECTO</vt:lpstr>
      <vt:lpstr>OBJETIVOS ESPECÍFICOS</vt:lpstr>
      <vt:lpstr>ANÁLISIS DE LA SOLUCIÓN</vt:lpstr>
      <vt:lpstr>Metodología de Desarrollo</vt:lpstr>
      <vt:lpstr>Diseño de Arquitectura TI (n-Capas)</vt:lpstr>
      <vt:lpstr>Diseño de Infraestructura y Persistencia de Datos</vt:lpstr>
      <vt:lpstr>ANÁLISIS DE SUSTENTABILIDAD – FACTIBILIDAD TECNICA</vt:lpstr>
      <vt:lpstr>FACTIBILIDAD LEGAL</vt:lpstr>
      <vt:lpstr>FACTIBILIDAD IMPLEMENTATIVA </vt:lpstr>
      <vt:lpstr>FACTIBILIDAD ECÓNOMICA</vt:lpstr>
      <vt:lpstr>CONCLUSIONES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AL-ALAM ABU-AWAD Elias George (EQUANS Chile)</dc:creator>
  <cp:lastModifiedBy>AL-ALAM ABU-AWAD Elias George (EQUANS Chile)</cp:lastModifiedBy>
  <cp:revision>1</cp:revision>
  <dcterms:created xsi:type="dcterms:W3CDTF">2026-06-17T22:39:20Z</dcterms:created>
  <dcterms:modified xsi:type="dcterms:W3CDTF">2026-06-17T23:54:53Z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4a238cc-6af3-4341-9d32-201b7e04331f_Enabled">
    <vt:lpwstr>true</vt:lpwstr>
  </property>
  <property fmtid="{D5CDD505-2E9C-101B-9397-08002B2CF9AE}" pid="3" name="MSIP_Label_64a238cc-6af3-4341-9d32-201b7e04331f_SetDate">
    <vt:lpwstr>2026-06-17T23:54:53Z</vt:lpwstr>
  </property>
  <property fmtid="{D5CDD505-2E9C-101B-9397-08002B2CF9AE}" pid="4" name="MSIP_Label_64a238cc-6af3-4341-9d32-201b7e04331f_Method">
    <vt:lpwstr>Standard</vt:lpwstr>
  </property>
  <property fmtid="{D5CDD505-2E9C-101B-9397-08002B2CF9AE}" pid="5" name="MSIP_Label_64a238cc-6af3-4341-9d32-201b7e04331f_Name">
    <vt:lpwstr>Internal</vt:lpwstr>
  </property>
  <property fmtid="{D5CDD505-2E9C-101B-9397-08002B2CF9AE}" pid="6" name="MSIP_Label_64a238cc-6af3-4341-9d32-201b7e04331f_SiteId">
    <vt:lpwstr>09ebfde1-6505-4c31-942f-18875ff0189d</vt:lpwstr>
  </property>
  <property fmtid="{D5CDD505-2E9C-101B-9397-08002B2CF9AE}" pid="7" name="MSIP_Label_64a238cc-6af3-4341-9d32-201b7e04331f_ActionId">
    <vt:lpwstr>16524152-1129-4aef-883e-6c82002f8862</vt:lpwstr>
  </property>
  <property fmtid="{D5CDD505-2E9C-101B-9397-08002B2CF9AE}" pid="8" name="MSIP_Label_64a238cc-6af3-4341-9d32-201b7e04331f_ContentBits">
    <vt:lpwstr>0</vt:lpwstr>
  </property>
  <property fmtid="{D5CDD505-2E9C-101B-9397-08002B2CF9AE}" pid="9" name="MSIP_Label_64a238cc-6af3-4341-9d32-201b7e04331f_Tag">
    <vt:lpwstr>10, 3, 0, 1</vt:lpwstr>
  </property>
</Properties>
</file>